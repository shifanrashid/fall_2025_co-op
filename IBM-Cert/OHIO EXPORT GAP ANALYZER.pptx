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6" r:id="rId4"/>
    <p:sldId id="266" r:id="rId5"/>
    <p:sldId id="268" r:id="rId6"/>
    <p:sldId id="273" r:id="rId7"/>
    <p:sldId id="267" r:id="rId8"/>
    <p:sldId id="265" r:id="rId9"/>
    <p:sldId id="270" r:id="rId10"/>
    <p:sldId id="274" r:id="rId11"/>
    <p:sldId id="278" r:id="rId12"/>
    <p:sldId id="279" r:id="rId13"/>
    <p:sldId id="280" r:id="rId14"/>
    <p:sldId id="271" r:id="rId15"/>
    <p:sldId id="275" r:id="rId16"/>
    <p:sldId id="259" r:id="rId17"/>
    <p:sldId id="277" r:id="rId18"/>
    <p:sldId id="25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48F20F-2547-4B69-9F88-D94BCFCEA919}" v="313" dt="2025-07-30T14:50:26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fan Abrar Rashid" userId="d209ed71d25b3ffa" providerId="LiveId" clId="{0B48F20F-2547-4B69-9F88-D94BCFCEA919}"/>
    <pc:docChg chg="undo custSel addSld delSld modSld sldOrd">
      <pc:chgData name="Shifan Abrar Rashid" userId="d209ed71d25b3ffa" providerId="LiveId" clId="{0B48F20F-2547-4B69-9F88-D94BCFCEA919}" dt="2025-07-30T14:51:20.881" v="6527" actId="2696"/>
      <pc:docMkLst>
        <pc:docMk/>
      </pc:docMkLst>
      <pc:sldChg chg="addSp delSp modSp mod">
        <pc:chgData name="Shifan Abrar Rashid" userId="d209ed71d25b3ffa" providerId="LiveId" clId="{0B48F20F-2547-4B69-9F88-D94BCFCEA919}" dt="2025-07-28T06:01:03.739" v="1431" actId="26606"/>
        <pc:sldMkLst>
          <pc:docMk/>
          <pc:sldMk cId="1897736480" sldId="256"/>
        </pc:sldMkLst>
        <pc:spChg chg="mod">
          <ac:chgData name="Shifan Abrar Rashid" userId="d209ed71d25b3ffa" providerId="LiveId" clId="{0B48F20F-2547-4B69-9F88-D94BCFCEA919}" dt="2025-07-28T06:01:03.739" v="1431" actId="26606"/>
          <ac:spMkLst>
            <pc:docMk/>
            <pc:sldMk cId="1897736480" sldId="256"/>
            <ac:spMk id="2" creationId="{3A0D35BB-3F74-9EA9-978A-24C5A7AD99F2}"/>
          </ac:spMkLst>
        </pc:spChg>
        <pc:spChg chg="mod">
          <ac:chgData name="Shifan Abrar Rashid" userId="d209ed71d25b3ffa" providerId="LiveId" clId="{0B48F20F-2547-4B69-9F88-D94BCFCEA919}" dt="2025-07-28T06:01:03.739" v="1431" actId="26606"/>
          <ac:spMkLst>
            <pc:docMk/>
            <pc:sldMk cId="1897736480" sldId="256"/>
            <ac:spMk id="3" creationId="{1B123B7C-21BA-1A46-85D2-F3752247AE38}"/>
          </ac:spMkLst>
        </pc:spChg>
        <pc:spChg chg="add">
          <ac:chgData name="Shifan Abrar Rashid" userId="d209ed71d25b3ffa" providerId="LiveId" clId="{0B48F20F-2547-4B69-9F88-D94BCFCEA919}" dt="2025-07-28T06:01:03.739" v="1431" actId="26606"/>
          <ac:spMkLst>
            <pc:docMk/>
            <pc:sldMk cId="1897736480" sldId="256"/>
            <ac:spMk id="16" creationId="{B7E2F724-2FB3-4D1D-A730-739B8654C030}"/>
          </ac:spMkLst>
        </pc:spChg>
        <pc:spChg chg="add">
          <ac:chgData name="Shifan Abrar Rashid" userId="d209ed71d25b3ffa" providerId="LiveId" clId="{0B48F20F-2547-4B69-9F88-D94BCFCEA919}" dt="2025-07-28T06:01:03.739" v="1431" actId="26606"/>
          <ac:spMkLst>
            <pc:docMk/>
            <pc:sldMk cId="1897736480" sldId="256"/>
            <ac:spMk id="18" creationId="{B2C335F7-F61C-4EB4-80F2-4B1438FE66BB}"/>
          </ac:spMkLst>
        </pc:spChg>
        <pc:picChg chg="mod">
          <ac:chgData name="Shifan Abrar Rashid" userId="d209ed71d25b3ffa" providerId="LiveId" clId="{0B48F20F-2547-4B69-9F88-D94BCFCEA919}" dt="2025-07-28T06:01:03.739" v="1431" actId="26606"/>
          <ac:picMkLst>
            <pc:docMk/>
            <pc:sldMk cId="1897736480" sldId="256"/>
            <ac:picMk id="4" creationId="{E93E0683-31F8-14CE-EADB-0F52F8BBA93F}"/>
          </ac:picMkLst>
        </pc:picChg>
      </pc:sldChg>
      <pc:sldChg chg="addSp delSp modSp mod">
        <pc:chgData name="Shifan Abrar Rashid" userId="d209ed71d25b3ffa" providerId="LiveId" clId="{0B48F20F-2547-4B69-9F88-D94BCFCEA919}" dt="2025-07-30T02:20:19.740" v="5985" actId="20577"/>
        <pc:sldMkLst>
          <pc:docMk/>
          <pc:sldMk cId="1403879242" sldId="257"/>
        </pc:sldMkLst>
        <pc:graphicFrameChg chg="add mod">
          <ac:chgData name="Shifan Abrar Rashid" userId="d209ed71d25b3ffa" providerId="LiveId" clId="{0B48F20F-2547-4B69-9F88-D94BCFCEA919}" dt="2025-07-30T02:20:19.740" v="5985" actId="20577"/>
          <ac:graphicFrameMkLst>
            <pc:docMk/>
            <pc:sldMk cId="1403879242" sldId="257"/>
            <ac:graphicFrameMk id="5" creationId="{88A6FD36-7C5A-3685-AF26-198122CC5451}"/>
          </ac:graphicFrameMkLst>
        </pc:graphicFrameChg>
      </pc:sldChg>
      <pc:sldChg chg="addSp modSp mod ord">
        <pc:chgData name="Shifan Abrar Rashid" userId="d209ed71d25b3ffa" providerId="LiveId" clId="{0B48F20F-2547-4B69-9F88-D94BCFCEA919}" dt="2025-07-29T22:28:52.411" v="3408"/>
        <pc:sldMkLst>
          <pc:docMk/>
          <pc:sldMk cId="820216479" sldId="258"/>
        </pc:sldMkLst>
        <pc:spChg chg="mod">
          <ac:chgData name="Shifan Abrar Rashid" userId="d209ed71d25b3ffa" providerId="LiveId" clId="{0B48F20F-2547-4B69-9F88-D94BCFCEA919}" dt="2025-07-29T22:28:24.256" v="3406" actId="1076"/>
          <ac:spMkLst>
            <pc:docMk/>
            <pc:sldMk cId="820216479" sldId="258"/>
            <ac:spMk id="3" creationId="{D1857BA4-8855-1DEF-5FEF-684B6E1847B4}"/>
          </ac:spMkLst>
        </pc:spChg>
        <pc:spChg chg="add">
          <ac:chgData name="Shifan Abrar Rashid" userId="d209ed71d25b3ffa" providerId="LiveId" clId="{0B48F20F-2547-4B69-9F88-D94BCFCEA919}" dt="2025-07-29T22:27:58.825" v="3403"/>
          <ac:spMkLst>
            <pc:docMk/>
            <pc:sldMk cId="820216479" sldId="258"/>
            <ac:spMk id="4" creationId="{651625C0-D580-D506-2C3F-DB6B9A64080E}"/>
          </ac:spMkLst>
        </pc:spChg>
      </pc:sldChg>
      <pc:sldChg chg="addSp delSp modSp mod setBg">
        <pc:chgData name="Shifan Abrar Rashid" userId="d209ed71d25b3ffa" providerId="LiveId" clId="{0B48F20F-2547-4B69-9F88-D94BCFCEA919}" dt="2025-07-30T14:50:26.691" v="6526" actId="113"/>
        <pc:sldMkLst>
          <pc:docMk/>
          <pc:sldMk cId="3815887331" sldId="259"/>
        </pc:sldMkLst>
        <pc:spChg chg="mod">
          <ac:chgData name="Shifan Abrar Rashid" userId="d209ed71d25b3ffa" providerId="LiveId" clId="{0B48F20F-2547-4B69-9F88-D94BCFCEA919}" dt="2025-07-28T09:28:54.269" v="2642" actId="26606"/>
          <ac:spMkLst>
            <pc:docMk/>
            <pc:sldMk cId="3815887331" sldId="259"/>
            <ac:spMk id="2" creationId="{3F43119B-FACD-D8F5-B77E-36E730330478}"/>
          </ac:spMkLst>
        </pc:spChg>
        <pc:spChg chg="add">
          <ac:chgData name="Shifan Abrar Rashid" userId="d209ed71d25b3ffa" providerId="LiveId" clId="{0B48F20F-2547-4B69-9F88-D94BCFCEA919}" dt="2025-07-28T09:28:54.269" v="2642" actId="26606"/>
          <ac:spMkLst>
            <pc:docMk/>
            <pc:sldMk cId="3815887331" sldId="259"/>
            <ac:spMk id="10" creationId="{4E17AA97-89A7-45C1-B813-BFF6C23D79E1}"/>
          </ac:spMkLst>
        </pc:spChg>
        <pc:spChg chg="add">
          <ac:chgData name="Shifan Abrar Rashid" userId="d209ed71d25b3ffa" providerId="LiveId" clId="{0B48F20F-2547-4B69-9F88-D94BCFCEA919}" dt="2025-07-28T09:28:54.269" v="2642" actId="26606"/>
          <ac:spMkLst>
            <pc:docMk/>
            <pc:sldMk cId="3815887331" sldId="259"/>
            <ac:spMk id="12" creationId="{33AC4FE1-D370-43A6-96C5-076716BB1E76}"/>
          </ac:spMkLst>
        </pc:spChg>
        <pc:spChg chg="add">
          <ac:chgData name="Shifan Abrar Rashid" userId="d209ed71d25b3ffa" providerId="LiveId" clId="{0B48F20F-2547-4B69-9F88-D94BCFCEA919}" dt="2025-07-28T09:28:54.269" v="2642" actId="26606"/>
          <ac:spMkLst>
            <pc:docMk/>
            <pc:sldMk cId="3815887331" sldId="259"/>
            <ac:spMk id="14" creationId="{4A3D569D-D3A6-49CA-A483-291E95DACA14}"/>
          </ac:spMkLst>
        </pc:spChg>
        <pc:graphicFrameChg chg="add mod">
          <ac:chgData name="Shifan Abrar Rashid" userId="d209ed71d25b3ffa" providerId="LiveId" clId="{0B48F20F-2547-4B69-9F88-D94BCFCEA919}" dt="2025-07-30T14:50:26.691" v="6526" actId="113"/>
          <ac:graphicFrameMkLst>
            <pc:docMk/>
            <pc:sldMk cId="3815887331" sldId="259"/>
            <ac:graphicFrameMk id="6" creationId="{A8F1AF0B-61A5-7E58-80EB-CCBB0156C6DF}"/>
          </ac:graphicFrameMkLst>
        </pc:graphicFrameChg>
      </pc:sldChg>
      <pc:sldChg chg="del">
        <pc:chgData name="Shifan Abrar Rashid" userId="d209ed71d25b3ffa" providerId="LiveId" clId="{0B48F20F-2547-4B69-9F88-D94BCFCEA919}" dt="2025-07-28T05:52:43.373" v="920" actId="47"/>
        <pc:sldMkLst>
          <pc:docMk/>
          <pc:sldMk cId="556740658" sldId="260"/>
        </pc:sldMkLst>
      </pc:sldChg>
      <pc:sldChg chg="del ord">
        <pc:chgData name="Shifan Abrar Rashid" userId="d209ed71d25b3ffa" providerId="LiveId" clId="{0B48F20F-2547-4B69-9F88-D94BCFCEA919}" dt="2025-07-28T08:42:22.001" v="2268" actId="47"/>
        <pc:sldMkLst>
          <pc:docMk/>
          <pc:sldMk cId="2983349135" sldId="261"/>
        </pc:sldMkLst>
      </pc:sldChg>
      <pc:sldChg chg="del">
        <pc:chgData name="Shifan Abrar Rashid" userId="d209ed71d25b3ffa" providerId="LiveId" clId="{0B48F20F-2547-4B69-9F88-D94BCFCEA919}" dt="2025-07-28T08:35:58.544" v="2244" actId="47"/>
        <pc:sldMkLst>
          <pc:docMk/>
          <pc:sldMk cId="400843315" sldId="262"/>
        </pc:sldMkLst>
      </pc:sldChg>
      <pc:sldChg chg="del">
        <pc:chgData name="Shifan Abrar Rashid" userId="d209ed71d25b3ffa" providerId="LiveId" clId="{0B48F20F-2547-4B69-9F88-D94BCFCEA919}" dt="2025-07-28T08:36:07.651" v="2245" actId="47"/>
        <pc:sldMkLst>
          <pc:docMk/>
          <pc:sldMk cId="532529716" sldId="263"/>
        </pc:sldMkLst>
      </pc:sldChg>
      <pc:sldChg chg="addSp delSp modSp del mod setBg">
        <pc:chgData name="Shifan Abrar Rashid" userId="d209ed71d25b3ffa" providerId="LiveId" clId="{0B48F20F-2547-4B69-9F88-D94BCFCEA919}" dt="2025-07-30T14:51:20.881" v="6527" actId="2696"/>
        <pc:sldMkLst>
          <pc:docMk/>
          <pc:sldMk cId="1510576541" sldId="264"/>
        </pc:sldMkLst>
        <pc:spChg chg="mod">
          <ac:chgData name="Shifan Abrar Rashid" userId="d209ed71d25b3ffa" providerId="LiveId" clId="{0B48F20F-2547-4B69-9F88-D94BCFCEA919}" dt="2025-07-28T08:42:37.727" v="2271" actId="26606"/>
          <ac:spMkLst>
            <pc:docMk/>
            <pc:sldMk cId="1510576541" sldId="264"/>
            <ac:spMk id="2" creationId="{A6F1E4C1-6408-FC07-6937-566852196C92}"/>
          </ac:spMkLst>
        </pc:spChg>
        <pc:spChg chg="add">
          <ac:chgData name="Shifan Abrar Rashid" userId="d209ed71d25b3ffa" providerId="LiveId" clId="{0B48F20F-2547-4B69-9F88-D94BCFCEA919}" dt="2025-07-28T08:42:37.727" v="2271" actId="26606"/>
          <ac:spMkLst>
            <pc:docMk/>
            <pc:sldMk cId="1510576541" sldId="264"/>
            <ac:spMk id="13" creationId="{04213918-F1EB-4BCE-BE23-F5E9851EE05C}"/>
          </ac:spMkLst>
        </pc:spChg>
        <pc:spChg chg="add">
          <ac:chgData name="Shifan Abrar Rashid" userId="d209ed71d25b3ffa" providerId="LiveId" clId="{0B48F20F-2547-4B69-9F88-D94BCFCEA919}" dt="2025-07-28T08:42:37.727" v="2271" actId="26606"/>
          <ac:spMkLst>
            <pc:docMk/>
            <pc:sldMk cId="1510576541" sldId="264"/>
            <ac:spMk id="14" creationId="{2062E862-C7F7-4CA1-B929-D0B75F5E9FB9}"/>
          </ac:spMkLst>
        </pc:spChg>
        <pc:graphicFrameChg chg="add">
          <ac:chgData name="Shifan Abrar Rashid" userId="d209ed71d25b3ffa" providerId="LiveId" clId="{0B48F20F-2547-4B69-9F88-D94BCFCEA919}" dt="2025-07-28T08:42:37.727" v="2271" actId="26606"/>
          <ac:graphicFrameMkLst>
            <pc:docMk/>
            <pc:sldMk cId="1510576541" sldId="264"/>
            <ac:graphicFrameMk id="15" creationId="{91D3D006-F05B-8CEF-7A71-09F8FB552E26}"/>
          </ac:graphicFrameMkLst>
        </pc:graphicFrameChg>
      </pc:sldChg>
      <pc:sldChg chg="addSp delSp modSp new mod ord setBg">
        <pc:chgData name="Shifan Abrar Rashid" userId="d209ed71d25b3ffa" providerId="LiveId" clId="{0B48F20F-2547-4B69-9F88-D94BCFCEA919}" dt="2025-07-28T08:41:30.855" v="2267"/>
        <pc:sldMkLst>
          <pc:docMk/>
          <pc:sldMk cId="1168954360" sldId="265"/>
        </pc:sldMkLst>
        <pc:spChg chg="mod">
          <ac:chgData name="Shifan Abrar Rashid" userId="d209ed71d25b3ffa" providerId="LiveId" clId="{0B48F20F-2547-4B69-9F88-D94BCFCEA919}" dt="2025-07-28T08:40:54.026" v="2262" actId="26606"/>
          <ac:spMkLst>
            <pc:docMk/>
            <pc:sldMk cId="1168954360" sldId="265"/>
            <ac:spMk id="2" creationId="{21340B46-BCBD-03CA-139E-FD99E88B0DC6}"/>
          </ac:spMkLst>
        </pc:spChg>
        <pc:graphicFrameChg chg="add">
          <ac:chgData name="Shifan Abrar Rashid" userId="d209ed71d25b3ffa" providerId="LiveId" clId="{0B48F20F-2547-4B69-9F88-D94BCFCEA919}" dt="2025-07-28T08:40:54.034" v="2263" actId="26606"/>
          <ac:graphicFrameMkLst>
            <pc:docMk/>
            <pc:sldMk cId="1168954360" sldId="265"/>
            <ac:graphicFrameMk id="20" creationId="{B4802468-CAC0-0F0F-EE9C-538FCCC18EB1}"/>
          </ac:graphicFrameMkLst>
        </pc:graphicFrameChg>
      </pc:sldChg>
      <pc:sldChg chg="addSp delSp modSp new mod">
        <pc:chgData name="Shifan Abrar Rashid" userId="d209ed71d25b3ffa" providerId="LiveId" clId="{0B48F20F-2547-4B69-9F88-D94BCFCEA919}" dt="2025-07-29T22:46:03.998" v="4063" actId="1076"/>
        <pc:sldMkLst>
          <pc:docMk/>
          <pc:sldMk cId="2214228410" sldId="266"/>
        </pc:sldMkLst>
        <pc:spChg chg="mod">
          <ac:chgData name="Shifan Abrar Rashid" userId="d209ed71d25b3ffa" providerId="LiveId" clId="{0B48F20F-2547-4B69-9F88-D94BCFCEA919}" dt="2025-07-28T05:41:34.143" v="441" actId="1076"/>
          <ac:spMkLst>
            <pc:docMk/>
            <pc:sldMk cId="2214228410" sldId="266"/>
            <ac:spMk id="2" creationId="{C79EFD24-412F-AD5F-6300-20A9A84EF35F}"/>
          </ac:spMkLst>
        </pc:spChg>
        <pc:spChg chg="add mod">
          <ac:chgData name="Shifan Abrar Rashid" userId="d209ed71d25b3ffa" providerId="LiveId" clId="{0B48F20F-2547-4B69-9F88-D94BCFCEA919}" dt="2025-07-28T08:45:40.250" v="2277" actId="1076"/>
          <ac:spMkLst>
            <pc:docMk/>
            <pc:sldMk cId="2214228410" sldId="266"/>
            <ac:spMk id="6" creationId="{8287DC5F-58FD-1805-EACC-28BBB38B4528}"/>
          </ac:spMkLst>
        </pc:spChg>
        <pc:spChg chg="add del mod">
          <ac:chgData name="Shifan Abrar Rashid" userId="d209ed71d25b3ffa" providerId="LiveId" clId="{0B48F20F-2547-4B69-9F88-D94BCFCEA919}" dt="2025-07-29T22:45:59.851" v="4060" actId="931"/>
          <ac:spMkLst>
            <pc:docMk/>
            <pc:sldMk cId="2214228410" sldId="266"/>
            <ac:spMk id="8" creationId="{5A99C797-2AED-CEBC-3C82-07168FBF26F9}"/>
          </ac:spMkLst>
        </pc:spChg>
        <pc:picChg chg="add del mod">
          <ac:chgData name="Shifan Abrar Rashid" userId="d209ed71d25b3ffa" providerId="LiveId" clId="{0B48F20F-2547-4B69-9F88-D94BCFCEA919}" dt="2025-07-29T22:45:54.973" v="4059" actId="478"/>
          <ac:picMkLst>
            <pc:docMk/>
            <pc:sldMk cId="2214228410" sldId="266"/>
            <ac:picMk id="5" creationId="{048A47C9-371B-BFDD-90B1-A8E06EE3D8C9}"/>
          </ac:picMkLst>
        </pc:picChg>
        <pc:picChg chg="add mod">
          <ac:chgData name="Shifan Abrar Rashid" userId="d209ed71d25b3ffa" providerId="LiveId" clId="{0B48F20F-2547-4B69-9F88-D94BCFCEA919}" dt="2025-07-29T22:46:03.998" v="4063" actId="1076"/>
          <ac:picMkLst>
            <pc:docMk/>
            <pc:sldMk cId="2214228410" sldId="266"/>
            <ac:picMk id="10" creationId="{3EFFE420-4062-13E3-2810-1F2CF16B3716}"/>
          </ac:picMkLst>
        </pc:picChg>
      </pc:sldChg>
      <pc:sldChg chg="addSp delSp modSp new mod">
        <pc:chgData name="Shifan Abrar Rashid" userId="d209ed71d25b3ffa" providerId="LiveId" clId="{0B48F20F-2547-4B69-9F88-D94BCFCEA919}" dt="2025-07-28T08:49:46.555" v="2290" actId="1076"/>
        <pc:sldMkLst>
          <pc:docMk/>
          <pc:sldMk cId="2118220855" sldId="267"/>
        </pc:sldMkLst>
        <pc:spChg chg="mod">
          <ac:chgData name="Shifan Abrar Rashid" userId="d209ed71d25b3ffa" providerId="LiveId" clId="{0B48F20F-2547-4B69-9F88-D94BCFCEA919}" dt="2025-07-28T05:44:33.231" v="488" actId="1076"/>
          <ac:spMkLst>
            <pc:docMk/>
            <pc:sldMk cId="2118220855" sldId="267"/>
            <ac:spMk id="2" creationId="{31AC7D35-E825-1165-5F77-3F01FB0D3F2F}"/>
          </ac:spMkLst>
        </pc:spChg>
        <pc:spChg chg="add mod">
          <ac:chgData name="Shifan Abrar Rashid" userId="d209ed71d25b3ffa" providerId="LiveId" clId="{0B48F20F-2547-4B69-9F88-D94BCFCEA919}" dt="2025-07-28T08:49:46.555" v="2290" actId="1076"/>
          <ac:spMkLst>
            <pc:docMk/>
            <pc:sldMk cId="2118220855" sldId="267"/>
            <ac:spMk id="12" creationId="{C97D1110-AED7-B864-68BC-25E9B8ED5DF4}"/>
          </ac:spMkLst>
        </pc:spChg>
        <pc:picChg chg="add mod">
          <ac:chgData name="Shifan Abrar Rashid" userId="d209ed71d25b3ffa" providerId="LiveId" clId="{0B48F20F-2547-4B69-9F88-D94BCFCEA919}" dt="2025-07-28T05:44:36.955" v="489" actId="1076"/>
          <ac:picMkLst>
            <pc:docMk/>
            <pc:sldMk cId="2118220855" sldId="267"/>
            <ac:picMk id="7" creationId="{C476034E-0AB6-B160-FDD8-BD48F64B0918}"/>
          </ac:picMkLst>
        </pc:picChg>
        <pc:picChg chg="add mod">
          <ac:chgData name="Shifan Abrar Rashid" userId="d209ed71d25b3ffa" providerId="LiveId" clId="{0B48F20F-2547-4B69-9F88-D94BCFCEA919}" dt="2025-07-28T05:45:43.890" v="503" actId="1076"/>
          <ac:picMkLst>
            <pc:docMk/>
            <pc:sldMk cId="2118220855" sldId="267"/>
            <ac:picMk id="11" creationId="{3BB2B61F-9E11-AF5E-EA20-1614DF51E14E}"/>
          </ac:picMkLst>
        </pc:picChg>
      </pc:sldChg>
      <pc:sldChg chg="addSp delSp modSp new mod ord setBg addAnim delAnim">
        <pc:chgData name="Shifan Abrar Rashid" userId="d209ed71d25b3ffa" providerId="LiveId" clId="{0B48F20F-2547-4B69-9F88-D94BCFCEA919}" dt="2025-07-29T22:46:47.043" v="4065"/>
        <pc:sldMkLst>
          <pc:docMk/>
          <pc:sldMk cId="850307912" sldId="268"/>
        </pc:sldMkLst>
        <pc:spChg chg="mod">
          <ac:chgData name="Shifan Abrar Rashid" userId="d209ed71d25b3ffa" providerId="LiveId" clId="{0B48F20F-2547-4B69-9F88-D94BCFCEA919}" dt="2025-07-28T08:14:29.272" v="1513" actId="1076"/>
          <ac:spMkLst>
            <pc:docMk/>
            <pc:sldMk cId="850307912" sldId="268"/>
            <ac:spMk id="2" creationId="{54BA3588-E0DE-C71A-01EF-43BE35A82808}"/>
          </ac:spMkLst>
        </pc:spChg>
        <pc:spChg chg="add mod">
          <ac:chgData name="Shifan Abrar Rashid" userId="d209ed71d25b3ffa" providerId="LiveId" clId="{0B48F20F-2547-4B69-9F88-D94BCFCEA919}" dt="2025-07-28T08:52:31.093" v="2335" actId="1076"/>
          <ac:spMkLst>
            <pc:docMk/>
            <pc:sldMk cId="850307912" sldId="268"/>
            <ac:spMk id="8" creationId="{B591A8FF-4308-AABA-465E-653E7D36AF75}"/>
          </ac:spMkLst>
        </pc:spChg>
        <pc:spChg chg="add">
          <ac:chgData name="Shifan Abrar Rashid" userId="d209ed71d25b3ffa" providerId="LiveId" clId="{0B48F20F-2547-4B69-9F88-D94BCFCEA919}" dt="2025-07-28T08:14:21.980" v="1512" actId="26606"/>
          <ac:spMkLst>
            <pc:docMk/>
            <pc:sldMk cId="850307912" sldId="268"/>
            <ac:spMk id="20" creationId="{774A975B-A886-5202-0489-6965514A0D14}"/>
          </ac:spMkLst>
        </pc:spChg>
        <pc:spChg chg="add">
          <ac:chgData name="Shifan Abrar Rashid" userId="d209ed71d25b3ffa" providerId="LiveId" clId="{0B48F20F-2547-4B69-9F88-D94BCFCEA919}" dt="2025-07-28T08:14:21.980" v="1512" actId="26606"/>
          <ac:spMkLst>
            <pc:docMk/>
            <pc:sldMk cId="850307912" sldId="268"/>
            <ac:spMk id="21" creationId="{EA67E988-5919-57BB-C7DE-D3EAD38A3045}"/>
          </ac:spMkLst>
        </pc:spChg>
        <pc:spChg chg="add">
          <ac:chgData name="Shifan Abrar Rashid" userId="d209ed71d25b3ffa" providerId="LiveId" clId="{0B48F20F-2547-4B69-9F88-D94BCFCEA919}" dt="2025-07-28T08:14:21.980" v="1512" actId="26606"/>
          <ac:spMkLst>
            <pc:docMk/>
            <pc:sldMk cId="850307912" sldId="268"/>
            <ac:spMk id="22" creationId="{FAF3766F-DEF3-4802-BB0D-7A18EDD9704F}"/>
          </ac:spMkLst>
        </pc:spChg>
        <pc:spChg chg="add">
          <ac:chgData name="Shifan Abrar Rashid" userId="d209ed71d25b3ffa" providerId="LiveId" clId="{0B48F20F-2547-4B69-9F88-D94BCFCEA919}" dt="2025-07-28T08:14:21.980" v="1512" actId="26606"/>
          <ac:spMkLst>
            <pc:docMk/>
            <pc:sldMk cId="850307912" sldId="268"/>
            <ac:spMk id="23" creationId="{DCC11005-BC53-5976-9587-FB0B62EF64BB}"/>
          </ac:spMkLst>
        </pc:spChg>
        <pc:picChg chg="add mod ord">
          <ac:chgData name="Shifan Abrar Rashid" userId="d209ed71d25b3ffa" providerId="LiveId" clId="{0B48F20F-2547-4B69-9F88-D94BCFCEA919}" dt="2025-07-28T08:51:42.608" v="2292" actId="1076"/>
          <ac:picMkLst>
            <pc:docMk/>
            <pc:sldMk cId="850307912" sldId="268"/>
            <ac:picMk id="5" creationId="{69CE65FB-9893-4CE5-0519-270C66D36437}"/>
          </ac:picMkLst>
        </pc:picChg>
        <pc:picChg chg="add mod">
          <ac:chgData name="Shifan Abrar Rashid" userId="d209ed71d25b3ffa" providerId="LiveId" clId="{0B48F20F-2547-4B69-9F88-D94BCFCEA919}" dt="2025-07-28T08:51:45.502" v="2293" actId="1076"/>
          <ac:picMkLst>
            <pc:docMk/>
            <pc:sldMk cId="850307912" sldId="268"/>
            <ac:picMk id="7" creationId="{F096435F-3961-0429-1384-2B8F3C34BCAB}"/>
          </ac:picMkLst>
        </pc:picChg>
      </pc:sldChg>
      <pc:sldChg chg="modSp new del mod">
        <pc:chgData name="Shifan Abrar Rashid" userId="d209ed71d25b3ffa" providerId="LiveId" clId="{0B48F20F-2547-4B69-9F88-D94BCFCEA919}" dt="2025-07-28T06:11:57.520" v="1433" actId="47"/>
        <pc:sldMkLst>
          <pc:docMk/>
          <pc:sldMk cId="1722520804" sldId="269"/>
        </pc:sldMkLst>
      </pc:sldChg>
      <pc:sldChg chg="addSp delSp modSp new mod setBg">
        <pc:chgData name="Shifan Abrar Rashid" userId="d209ed71d25b3ffa" providerId="LiveId" clId="{0B48F20F-2547-4B69-9F88-D94BCFCEA919}" dt="2025-07-29T22:21:09.849" v="3076" actId="20577"/>
        <pc:sldMkLst>
          <pc:docMk/>
          <pc:sldMk cId="1165164737" sldId="270"/>
        </pc:sldMkLst>
        <pc:spChg chg="mod">
          <ac:chgData name="Shifan Abrar Rashid" userId="d209ed71d25b3ffa" providerId="LiveId" clId="{0B48F20F-2547-4B69-9F88-D94BCFCEA919}" dt="2025-07-28T06:14:13.802" v="1435" actId="1076"/>
          <ac:spMkLst>
            <pc:docMk/>
            <pc:sldMk cId="1165164737" sldId="270"/>
            <ac:spMk id="2" creationId="{069D8B60-9BAC-2E72-1EC7-0881D234761C}"/>
          </ac:spMkLst>
        </pc:spChg>
        <pc:spChg chg="add">
          <ac:chgData name="Shifan Abrar Rashid" userId="d209ed71d25b3ffa" providerId="LiveId" clId="{0B48F20F-2547-4B69-9F88-D94BCFCEA919}" dt="2025-07-28T05:54:14.979" v="1044" actId="26606"/>
          <ac:spMkLst>
            <pc:docMk/>
            <pc:sldMk cId="1165164737" sldId="270"/>
            <ac:spMk id="9" creationId="{817D949E-564D-4503-A64E-D22FA3232C29}"/>
          </ac:spMkLst>
        </pc:spChg>
        <pc:spChg chg="add">
          <ac:chgData name="Shifan Abrar Rashid" userId="d209ed71d25b3ffa" providerId="LiveId" clId="{0B48F20F-2547-4B69-9F88-D94BCFCEA919}" dt="2025-07-28T05:54:14.979" v="1044" actId="26606"/>
          <ac:spMkLst>
            <pc:docMk/>
            <pc:sldMk cId="1165164737" sldId="270"/>
            <ac:spMk id="11" creationId="{92BE0106-0C20-465B-A1BE-0BAC2737B1AD}"/>
          </ac:spMkLst>
        </pc:spChg>
        <pc:spChg chg="add">
          <ac:chgData name="Shifan Abrar Rashid" userId="d209ed71d25b3ffa" providerId="LiveId" clId="{0B48F20F-2547-4B69-9F88-D94BCFCEA919}" dt="2025-07-28T05:54:14.979" v="1044" actId="26606"/>
          <ac:spMkLst>
            <pc:docMk/>
            <pc:sldMk cId="1165164737" sldId="270"/>
            <ac:spMk id="13" creationId="{851808AB-2943-464C-A710-F2A18D869334}"/>
          </ac:spMkLst>
        </pc:spChg>
        <pc:graphicFrameChg chg="add mod">
          <ac:chgData name="Shifan Abrar Rashid" userId="d209ed71d25b3ffa" providerId="LiveId" clId="{0B48F20F-2547-4B69-9F88-D94BCFCEA919}" dt="2025-07-29T22:21:09.849" v="3076" actId="20577"/>
          <ac:graphicFrameMkLst>
            <pc:docMk/>
            <pc:sldMk cId="1165164737" sldId="270"/>
            <ac:graphicFrameMk id="5" creationId="{8F962544-FE8D-6A24-8E4C-03BB50CF7B1D}"/>
          </ac:graphicFrameMkLst>
        </pc:graphicFrameChg>
      </pc:sldChg>
      <pc:sldChg chg="addSp delSp modSp new mod">
        <pc:chgData name="Shifan Abrar Rashid" userId="d209ed71d25b3ffa" providerId="LiveId" clId="{0B48F20F-2547-4B69-9F88-D94BCFCEA919}" dt="2025-07-29T22:05:08.662" v="2664" actId="20577"/>
        <pc:sldMkLst>
          <pc:docMk/>
          <pc:sldMk cId="470969210" sldId="271"/>
        </pc:sldMkLst>
        <pc:spChg chg="mod">
          <ac:chgData name="Shifan Abrar Rashid" userId="d209ed71d25b3ffa" providerId="LiveId" clId="{0B48F20F-2547-4B69-9F88-D94BCFCEA919}" dt="2025-07-29T22:05:08.662" v="2664" actId="20577"/>
          <ac:spMkLst>
            <pc:docMk/>
            <pc:sldMk cId="470969210" sldId="271"/>
            <ac:spMk id="2" creationId="{B86F03F9-B084-4ED7-15F9-B300A5F278FC}"/>
          </ac:spMkLst>
        </pc:spChg>
        <pc:spChg chg="add mod">
          <ac:chgData name="Shifan Abrar Rashid" userId="d209ed71d25b3ffa" providerId="LiveId" clId="{0B48F20F-2547-4B69-9F88-D94BCFCEA919}" dt="2025-07-28T08:56:54.579" v="2516" actId="1076"/>
          <ac:spMkLst>
            <pc:docMk/>
            <pc:sldMk cId="470969210" sldId="271"/>
            <ac:spMk id="6" creationId="{FD16DE25-386C-96A0-8698-690407BE788D}"/>
          </ac:spMkLst>
        </pc:spChg>
        <pc:picChg chg="add mod">
          <ac:chgData name="Shifan Abrar Rashid" userId="d209ed71d25b3ffa" providerId="LiveId" clId="{0B48F20F-2547-4B69-9F88-D94BCFCEA919}" dt="2025-07-28T05:58:32.323" v="1215" actId="1076"/>
          <ac:picMkLst>
            <pc:docMk/>
            <pc:sldMk cId="470969210" sldId="271"/>
            <ac:picMk id="5" creationId="{55C596F1-4F34-A7CB-C5EE-315DEE7C4746}"/>
          </ac:picMkLst>
        </pc:picChg>
      </pc:sldChg>
      <pc:sldChg chg="addSp delSp modSp new del mod">
        <pc:chgData name="Shifan Abrar Rashid" userId="d209ed71d25b3ffa" providerId="LiveId" clId="{0B48F20F-2547-4B69-9F88-D94BCFCEA919}" dt="2025-07-28T08:26:24.447" v="2048" actId="47"/>
        <pc:sldMkLst>
          <pc:docMk/>
          <pc:sldMk cId="141540192" sldId="272"/>
        </pc:sldMkLst>
      </pc:sldChg>
      <pc:sldChg chg="addSp delSp modSp new mod setBg">
        <pc:chgData name="Shifan Abrar Rashid" userId="d209ed71d25b3ffa" providerId="LiveId" clId="{0B48F20F-2547-4B69-9F88-D94BCFCEA919}" dt="2025-07-29T22:42:31.456" v="4058" actId="1076"/>
        <pc:sldMkLst>
          <pc:docMk/>
          <pc:sldMk cId="2896711272" sldId="273"/>
        </pc:sldMkLst>
        <pc:spChg chg="mod">
          <ac:chgData name="Shifan Abrar Rashid" userId="d209ed71d25b3ffa" providerId="LiveId" clId="{0B48F20F-2547-4B69-9F88-D94BCFCEA919}" dt="2025-07-29T22:41:29.457" v="3969" actId="1076"/>
          <ac:spMkLst>
            <pc:docMk/>
            <pc:sldMk cId="2896711272" sldId="273"/>
            <ac:spMk id="2" creationId="{6FA6C1D1-BDB7-F5B8-08BE-47DE117290E6}"/>
          </ac:spMkLst>
        </pc:spChg>
        <pc:spChg chg="add mod">
          <ac:chgData name="Shifan Abrar Rashid" userId="d209ed71d25b3ffa" providerId="LiveId" clId="{0B48F20F-2547-4B69-9F88-D94BCFCEA919}" dt="2025-07-28T08:47:54.343" v="2283" actId="1076"/>
          <ac:spMkLst>
            <pc:docMk/>
            <pc:sldMk cId="2896711272" sldId="273"/>
            <ac:spMk id="6" creationId="{52D881E1-B504-9F97-2037-1DBDD316FB62}"/>
          </ac:spMkLst>
        </pc:spChg>
        <pc:spChg chg="add mod">
          <ac:chgData name="Shifan Abrar Rashid" userId="d209ed71d25b3ffa" providerId="LiveId" clId="{0B48F20F-2547-4B69-9F88-D94BCFCEA919}" dt="2025-07-29T22:42:31.456" v="4058" actId="1076"/>
          <ac:spMkLst>
            <pc:docMk/>
            <pc:sldMk cId="2896711272" sldId="273"/>
            <ac:spMk id="7" creationId="{6990B884-6B69-A268-37C6-5CE8ACDB79D5}"/>
          </ac:spMkLst>
        </pc:spChg>
        <pc:spChg chg="add">
          <ac:chgData name="Shifan Abrar Rashid" userId="d209ed71d25b3ffa" providerId="LiveId" clId="{0B48F20F-2547-4B69-9F88-D94BCFCEA919}" dt="2025-07-28T08:27:52.060" v="2056" actId="26606"/>
          <ac:spMkLst>
            <pc:docMk/>
            <pc:sldMk cId="2896711272" sldId="273"/>
            <ac:spMk id="10" creationId="{774A975B-A886-5202-0489-6965514A0D14}"/>
          </ac:spMkLst>
        </pc:spChg>
        <pc:spChg chg="add">
          <ac:chgData name="Shifan Abrar Rashid" userId="d209ed71d25b3ffa" providerId="LiveId" clId="{0B48F20F-2547-4B69-9F88-D94BCFCEA919}" dt="2025-07-28T08:27:52.060" v="2056" actId="26606"/>
          <ac:spMkLst>
            <pc:docMk/>
            <pc:sldMk cId="2896711272" sldId="273"/>
            <ac:spMk id="12" creationId="{EA67E988-5919-57BB-C7DE-D3EAD38A3045}"/>
          </ac:spMkLst>
        </pc:spChg>
        <pc:spChg chg="add">
          <ac:chgData name="Shifan Abrar Rashid" userId="d209ed71d25b3ffa" providerId="LiveId" clId="{0B48F20F-2547-4B69-9F88-D94BCFCEA919}" dt="2025-07-28T08:27:52.060" v="2056" actId="26606"/>
          <ac:spMkLst>
            <pc:docMk/>
            <pc:sldMk cId="2896711272" sldId="273"/>
            <ac:spMk id="14" creationId="{FAF3766F-DEF3-4802-BB0D-7A18EDD9704F}"/>
          </ac:spMkLst>
        </pc:spChg>
        <pc:spChg chg="add">
          <ac:chgData name="Shifan Abrar Rashid" userId="d209ed71d25b3ffa" providerId="LiveId" clId="{0B48F20F-2547-4B69-9F88-D94BCFCEA919}" dt="2025-07-28T08:27:52.060" v="2056" actId="26606"/>
          <ac:spMkLst>
            <pc:docMk/>
            <pc:sldMk cId="2896711272" sldId="273"/>
            <ac:spMk id="16" creationId="{81F0C179-4DBF-6AB9-CD0B-9224A0C885A4}"/>
          </ac:spMkLst>
        </pc:spChg>
        <pc:picChg chg="add mod">
          <ac:chgData name="Shifan Abrar Rashid" userId="d209ed71d25b3ffa" providerId="LiveId" clId="{0B48F20F-2547-4B69-9F88-D94BCFCEA919}" dt="2025-07-28T08:27:52.060" v="2056" actId="26606"/>
          <ac:picMkLst>
            <pc:docMk/>
            <pc:sldMk cId="2896711272" sldId="273"/>
            <ac:picMk id="5" creationId="{38E47700-0A38-8D8F-D09F-C6F3B01B5E41}"/>
          </ac:picMkLst>
        </pc:picChg>
      </pc:sldChg>
      <pc:sldChg chg="addSp delSp modSp new mod setBg">
        <pc:chgData name="Shifan Abrar Rashid" userId="d209ed71d25b3ffa" providerId="LiveId" clId="{0B48F20F-2547-4B69-9F88-D94BCFCEA919}" dt="2025-07-30T02:42:08.336" v="6241" actId="20577"/>
        <pc:sldMkLst>
          <pc:docMk/>
          <pc:sldMk cId="2535093194" sldId="274"/>
        </pc:sldMkLst>
        <pc:spChg chg="mod">
          <ac:chgData name="Shifan Abrar Rashid" userId="d209ed71d25b3ffa" providerId="LiveId" clId="{0B48F20F-2547-4B69-9F88-D94BCFCEA919}" dt="2025-07-28T08:35:40.229" v="2243" actId="1076"/>
          <ac:spMkLst>
            <pc:docMk/>
            <pc:sldMk cId="2535093194" sldId="274"/>
            <ac:spMk id="2" creationId="{0ADEE44E-00CD-35F6-D10E-6BC99A93D4DE}"/>
          </ac:spMkLst>
        </pc:spChg>
        <pc:spChg chg="add mod">
          <ac:chgData name="Shifan Abrar Rashid" userId="d209ed71d25b3ffa" providerId="LiveId" clId="{0B48F20F-2547-4B69-9F88-D94BCFCEA919}" dt="2025-07-28T09:23:54.490" v="2523" actId="255"/>
          <ac:spMkLst>
            <pc:docMk/>
            <pc:sldMk cId="2535093194" sldId="274"/>
            <ac:spMk id="4" creationId="{DB19BD99-B8AD-CA43-EB19-F8F126741BC9}"/>
          </ac:spMkLst>
        </pc:spChg>
        <pc:spChg chg="add mod">
          <ac:chgData name="Shifan Abrar Rashid" userId="d209ed71d25b3ffa" providerId="LiveId" clId="{0B48F20F-2547-4B69-9F88-D94BCFCEA919}" dt="2025-07-28T09:26:10.584" v="2613" actId="113"/>
          <ac:spMkLst>
            <pc:docMk/>
            <pc:sldMk cId="2535093194" sldId="274"/>
            <ac:spMk id="6" creationId="{4EE3E386-E2A4-A353-56AB-9478D2BB765F}"/>
          </ac:spMkLst>
        </pc:spChg>
        <pc:spChg chg="add">
          <ac:chgData name="Shifan Abrar Rashid" userId="d209ed71d25b3ffa" providerId="LiveId" clId="{0B48F20F-2547-4B69-9F88-D94BCFCEA919}" dt="2025-07-28T08:34:57.859" v="2193" actId="26606"/>
          <ac:spMkLst>
            <pc:docMk/>
            <pc:sldMk cId="2535093194" sldId="274"/>
            <ac:spMk id="9" creationId="{F420BC5C-C418-4843-B04B-6918968D0982}"/>
          </ac:spMkLst>
        </pc:spChg>
        <pc:spChg chg="add">
          <ac:chgData name="Shifan Abrar Rashid" userId="d209ed71d25b3ffa" providerId="LiveId" clId="{0B48F20F-2547-4B69-9F88-D94BCFCEA919}" dt="2025-07-28T08:34:57.859" v="2193" actId="26606"/>
          <ac:spMkLst>
            <pc:docMk/>
            <pc:sldMk cId="2535093194" sldId="274"/>
            <ac:spMk id="11" creationId="{04E511C3-750B-AA87-AE51-0FA2069EA0B9}"/>
          </ac:spMkLst>
        </pc:spChg>
        <pc:spChg chg="add mod">
          <ac:chgData name="Shifan Abrar Rashid" userId="d209ed71d25b3ffa" providerId="LiveId" clId="{0B48F20F-2547-4B69-9F88-D94BCFCEA919}" dt="2025-07-30T02:41:50.697" v="6204" actId="20577"/>
          <ac:spMkLst>
            <pc:docMk/>
            <pc:sldMk cId="2535093194" sldId="274"/>
            <ac:spMk id="17" creationId="{9C5765D1-0F48-B77F-DB04-ADACA4E0E469}"/>
          </ac:spMkLst>
        </pc:spChg>
        <pc:spChg chg="add mod">
          <ac:chgData name="Shifan Abrar Rashid" userId="d209ed71d25b3ffa" providerId="LiveId" clId="{0B48F20F-2547-4B69-9F88-D94BCFCEA919}" dt="2025-07-28T09:28:00.551" v="2636" actId="255"/>
          <ac:spMkLst>
            <pc:docMk/>
            <pc:sldMk cId="2535093194" sldId="274"/>
            <ac:spMk id="18" creationId="{C8DED3BF-FE0A-EB52-525A-008635A757AB}"/>
          </ac:spMkLst>
        </pc:spChg>
        <pc:spChg chg="add mod">
          <ac:chgData name="Shifan Abrar Rashid" userId="d209ed71d25b3ffa" providerId="LiveId" clId="{0B48F20F-2547-4B69-9F88-D94BCFCEA919}" dt="2025-07-30T02:42:08.336" v="6241" actId="20577"/>
          <ac:spMkLst>
            <pc:docMk/>
            <pc:sldMk cId="2535093194" sldId="274"/>
            <ac:spMk id="19" creationId="{DDE2CD20-CDE6-25C3-D061-C0D44A6C22F9}"/>
          </ac:spMkLst>
        </pc:spChg>
        <pc:graphicFrameChg chg="add">
          <ac:chgData name="Shifan Abrar Rashid" userId="d209ed71d25b3ffa" providerId="LiveId" clId="{0B48F20F-2547-4B69-9F88-D94BCFCEA919}" dt="2025-07-28T08:34:57.859" v="2193" actId="26606"/>
          <ac:graphicFrameMkLst>
            <pc:docMk/>
            <pc:sldMk cId="2535093194" sldId="274"/>
            <ac:graphicFrameMk id="5" creationId="{6D288812-1CF5-FB0C-6730-6379AF4C7205}"/>
          </ac:graphicFrameMkLst>
        </pc:graphicFrameChg>
      </pc:sldChg>
      <pc:sldChg chg="addSp delSp modSp new mod">
        <pc:chgData name="Shifan Abrar Rashid" userId="d209ed71d25b3ffa" providerId="LiveId" clId="{0B48F20F-2547-4B69-9F88-D94BCFCEA919}" dt="2025-07-29T22:24:55.864" v="3398" actId="1076"/>
        <pc:sldMkLst>
          <pc:docMk/>
          <pc:sldMk cId="2501209414" sldId="275"/>
        </pc:sldMkLst>
        <pc:spChg chg="mod">
          <ac:chgData name="Shifan Abrar Rashid" userId="d209ed71d25b3ffa" providerId="LiveId" clId="{0B48F20F-2547-4B69-9F88-D94BCFCEA919}" dt="2025-07-29T22:14:26.946" v="2746" actId="1076"/>
          <ac:spMkLst>
            <pc:docMk/>
            <pc:sldMk cId="2501209414" sldId="275"/>
            <ac:spMk id="2" creationId="{A2AF4279-D2FE-5F49-A2B6-B84056A93812}"/>
          </ac:spMkLst>
        </pc:spChg>
        <pc:spChg chg="add del mod">
          <ac:chgData name="Shifan Abrar Rashid" userId="d209ed71d25b3ffa" providerId="LiveId" clId="{0B48F20F-2547-4B69-9F88-D94BCFCEA919}" dt="2025-07-29T22:13:53.709" v="2670" actId="478"/>
          <ac:spMkLst>
            <pc:docMk/>
            <pc:sldMk cId="2501209414" sldId="275"/>
            <ac:spMk id="3" creationId="{9E272EEC-AB46-1B02-CD25-B2FD93F287B0}"/>
          </ac:spMkLst>
        </pc:spChg>
        <pc:spChg chg="add mod">
          <ac:chgData name="Shifan Abrar Rashid" userId="d209ed71d25b3ffa" providerId="LiveId" clId="{0B48F20F-2547-4B69-9F88-D94BCFCEA919}" dt="2025-07-29T22:24:55.864" v="3398" actId="1076"/>
          <ac:spMkLst>
            <pc:docMk/>
            <pc:sldMk cId="2501209414" sldId="275"/>
            <ac:spMk id="6" creationId="{816EE755-B540-2116-CEEF-E6FC7A5CF0C6}"/>
          </ac:spMkLst>
        </pc:spChg>
        <pc:graphicFrameChg chg="add del mod modGraphic">
          <ac:chgData name="Shifan Abrar Rashid" userId="d209ed71d25b3ffa" providerId="LiveId" clId="{0B48F20F-2547-4B69-9F88-D94BCFCEA919}" dt="2025-07-29T22:13:47.576" v="2668" actId="1032"/>
          <ac:graphicFrameMkLst>
            <pc:docMk/>
            <pc:sldMk cId="2501209414" sldId="275"/>
            <ac:graphicFrameMk id="4" creationId="{22FBBB7C-7AEF-E373-C34D-3F6CE5730FCC}"/>
          </ac:graphicFrameMkLst>
        </pc:graphicFrameChg>
        <pc:graphicFrameChg chg="add mod modGraphic">
          <ac:chgData name="Shifan Abrar Rashid" userId="d209ed71d25b3ffa" providerId="LiveId" clId="{0B48F20F-2547-4B69-9F88-D94BCFCEA919}" dt="2025-07-29T22:16:49.446" v="2889" actId="1076"/>
          <ac:graphicFrameMkLst>
            <pc:docMk/>
            <pc:sldMk cId="2501209414" sldId="275"/>
            <ac:graphicFrameMk id="5" creationId="{68ACAC0E-3450-92E7-FC12-45528868B919}"/>
          </ac:graphicFrameMkLst>
        </pc:graphicFrameChg>
      </pc:sldChg>
      <pc:sldChg chg="modSp new mod">
        <pc:chgData name="Shifan Abrar Rashid" userId="d209ed71d25b3ffa" providerId="LiveId" clId="{0B48F20F-2547-4B69-9F88-D94BCFCEA919}" dt="2025-07-30T02:39:51.061" v="6167" actId="20577"/>
        <pc:sldMkLst>
          <pc:docMk/>
          <pc:sldMk cId="2690745845" sldId="276"/>
        </pc:sldMkLst>
        <pc:spChg chg="mod">
          <ac:chgData name="Shifan Abrar Rashid" userId="d209ed71d25b3ffa" providerId="LiveId" clId="{0B48F20F-2547-4B69-9F88-D94BCFCEA919}" dt="2025-07-30T02:37:35.394" v="6014" actId="1076"/>
          <ac:spMkLst>
            <pc:docMk/>
            <pc:sldMk cId="2690745845" sldId="276"/>
            <ac:spMk id="2" creationId="{F90F5495-9CCB-F4E9-E171-FEF39184BB19}"/>
          </ac:spMkLst>
        </pc:spChg>
        <pc:spChg chg="mod">
          <ac:chgData name="Shifan Abrar Rashid" userId="d209ed71d25b3ffa" providerId="LiveId" clId="{0B48F20F-2547-4B69-9F88-D94BCFCEA919}" dt="2025-07-30T02:39:51.061" v="6167" actId="20577"/>
          <ac:spMkLst>
            <pc:docMk/>
            <pc:sldMk cId="2690745845" sldId="276"/>
            <ac:spMk id="3" creationId="{08E102E2-7A02-064E-2361-48F712AB681E}"/>
          </ac:spMkLst>
        </pc:spChg>
      </pc:sldChg>
      <pc:sldChg chg="addSp delSp modSp new mod setBg">
        <pc:chgData name="Shifan Abrar Rashid" userId="d209ed71d25b3ffa" providerId="LiveId" clId="{0B48F20F-2547-4B69-9F88-D94BCFCEA919}" dt="2025-07-29T22:58:44.158" v="4585" actId="26606"/>
        <pc:sldMkLst>
          <pc:docMk/>
          <pc:sldMk cId="2581874036" sldId="277"/>
        </pc:sldMkLst>
        <pc:spChg chg="mod">
          <ac:chgData name="Shifan Abrar Rashid" userId="d209ed71d25b3ffa" providerId="LiveId" clId="{0B48F20F-2547-4B69-9F88-D94BCFCEA919}" dt="2025-07-29T22:58:44.150" v="4584" actId="26606"/>
          <ac:spMkLst>
            <pc:docMk/>
            <pc:sldMk cId="2581874036" sldId="277"/>
            <ac:spMk id="2" creationId="{7013D435-29EB-C2EF-E19F-B53341CAFC09}"/>
          </ac:spMkLst>
        </pc:spChg>
        <pc:spChg chg="add del mod">
          <ac:chgData name="Shifan Abrar Rashid" userId="d209ed71d25b3ffa" providerId="LiveId" clId="{0B48F20F-2547-4B69-9F88-D94BCFCEA919}" dt="2025-07-29T22:58:44.158" v="4585" actId="26606"/>
          <ac:spMkLst>
            <pc:docMk/>
            <pc:sldMk cId="2581874036" sldId="277"/>
            <ac:spMk id="3" creationId="{90913299-A4E8-9889-7C59-606BD5F589B9}"/>
          </ac:spMkLst>
        </pc:spChg>
        <pc:spChg chg="add del">
          <ac:chgData name="Shifan Abrar Rashid" userId="d209ed71d25b3ffa" providerId="LiveId" clId="{0B48F20F-2547-4B69-9F88-D94BCFCEA919}" dt="2025-07-29T22:58:44.150" v="4584" actId="26606"/>
          <ac:spMkLst>
            <pc:docMk/>
            <pc:sldMk cId="2581874036" sldId="277"/>
            <ac:spMk id="9" creationId="{F420BC5C-C418-4843-B04B-6918968D0982}"/>
          </ac:spMkLst>
        </pc:spChg>
        <pc:spChg chg="add del">
          <ac:chgData name="Shifan Abrar Rashid" userId="d209ed71d25b3ffa" providerId="LiveId" clId="{0B48F20F-2547-4B69-9F88-D94BCFCEA919}" dt="2025-07-29T22:58:44.150" v="4584" actId="26606"/>
          <ac:spMkLst>
            <pc:docMk/>
            <pc:sldMk cId="2581874036" sldId="277"/>
            <ac:spMk id="11" creationId="{04E511C3-750B-AA87-AE51-0FA2069EA0B9}"/>
          </ac:spMkLst>
        </pc:spChg>
        <pc:graphicFrameChg chg="add del">
          <ac:chgData name="Shifan Abrar Rashid" userId="d209ed71d25b3ffa" providerId="LiveId" clId="{0B48F20F-2547-4B69-9F88-D94BCFCEA919}" dt="2025-07-29T22:58:44.150" v="4584" actId="26606"/>
          <ac:graphicFrameMkLst>
            <pc:docMk/>
            <pc:sldMk cId="2581874036" sldId="277"/>
            <ac:graphicFrameMk id="5" creationId="{B706C105-A6A2-E82E-9A96-D439AD3AF513}"/>
          </ac:graphicFrameMkLst>
        </pc:graphicFrameChg>
        <pc:graphicFrameChg chg="add">
          <ac:chgData name="Shifan Abrar Rashid" userId="d209ed71d25b3ffa" providerId="LiveId" clId="{0B48F20F-2547-4B69-9F88-D94BCFCEA919}" dt="2025-07-29T22:58:44.158" v="4585" actId="26606"/>
          <ac:graphicFrameMkLst>
            <pc:docMk/>
            <pc:sldMk cId="2581874036" sldId="277"/>
            <ac:graphicFrameMk id="13" creationId="{B00E759E-6919-4678-F78F-AD8F0AF91F2A}"/>
          </ac:graphicFrameMkLst>
        </pc:graphicFrameChg>
      </pc:sldChg>
      <pc:sldChg chg="addSp modSp new mod setBg">
        <pc:chgData name="Shifan Abrar Rashid" userId="d209ed71d25b3ffa" providerId="LiveId" clId="{0B48F20F-2547-4B69-9F88-D94BCFCEA919}" dt="2025-07-30T02:05:06.549" v="5518" actId="20577"/>
        <pc:sldMkLst>
          <pc:docMk/>
          <pc:sldMk cId="2325916532" sldId="278"/>
        </pc:sldMkLst>
        <pc:spChg chg="mod">
          <ac:chgData name="Shifan Abrar Rashid" userId="d209ed71d25b3ffa" providerId="LiveId" clId="{0B48F20F-2547-4B69-9F88-D94BCFCEA919}" dt="2025-07-29T23:33:06.979" v="4886" actId="26606"/>
          <ac:spMkLst>
            <pc:docMk/>
            <pc:sldMk cId="2325916532" sldId="278"/>
            <ac:spMk id="2" creationId="{E0100EBC-2E27-25F6-8BF5-7CC2D98436A8}"/>
          </ac:spMkLst>
        </pc:spChg>
        <pc:spChg chg="mod">
          <ac:chgData name="Shifan Abrar Rashid" userId="d209ed71d25b3ffa" providerId="LiveId" clId="{0B48F20F-2547-4B69-9F88-D94BCFCEA919}" dt="2025-07-30T02:05:06.549" v="5518" actId="20577"/>
          <ac:spMkLst>
            <pc:docMk/>
            <pc:sldMk cId="2325916532" sldId="278"/>
            <ac:spMk id="3" creationId="{DF34E29C-EBB7-E641-7077-58105DEE1695}"/>
          </ac:spMkLst>
        </pc:spChg>
        <pc:spChg chg="add">
          <ac:chgData name="Shifan Abrar Rashid" userId="d209ed71d25b3ffa" providerId="LiveId" clId="{0B48F20F-2547-4B69-9F88-D94BCFCEA919}" dt="2025-07-29T23:33:06.979" v="4886" actId="26606"/>
          <ac:spMkLst>
            <pc:docMk/>
            <pc:sldMk cId="2325916532" sldId="278"/>
            <ac:spMk id="10" creationId="{4065D9BE-A58D-6E8A-D4A2-5056F3C5E9CA}"/>
          </ac:spMkLst>
        </pc:spChg>
        <pc:spChg chg="add">
          <ac:chgData name="Shifan Abrar Rashid" userId="d209ed71d25b3ffa" providerId="LiveId" clId="{0B48F20F-2547-4B69-9F88-D94BCFCEA919}" dt="2025-07-29T23:33:06.979" v="4886" actId="26606"/>
          <ac:spMkLst>
            <pc:docMk/>
            <pc:sldMk cId="2325916532" sldId="278"/>
            <ac:spMk id="12" creationId="{A745E793-BC99-8991-71CD-53FFBB6A8F69}"/>
          </ac:spMkLst>
        </pc:spChg>
        <pc:picChg chg="add">
          <ac:chgData name="Shifan Abrar Rashid" userId="d209ed71d25b3ffa" providerId="LiveId" clId="{0B48F20F-2547-4B69-9F88-D94BCFCEA919}" dt="2025-07-29T23:33:06.979" v="4886" actId="26606"/>
          <ac:picMkLst>
            <pc:docMk/>
            <pc:sldMk cId="2325916532" sldId="278"/>
            <ac:picMk id="7" creationId="{2E9303B7-6BAC-3F60-9F87-ED4771CAB611}"/>
          </ac:picMkLst>
        </pc:picChg>
      </pc:sldChg>
      <pc:sldChg chg="addSp modSp new mod setBg">
        <pc:chgData name="Shifan Abrar Rashid" userId="d209ed71d25b3ffa" providerId="LiveId" clId="{0B48F20F-2547-4B69-9F88-D94BCFCEA919}" dt="2025-07-30T14:47:53" v="6340" actId="20577"/>
        <pc:sldMkLst>
          <pc:docMk/>
          <pc:sldMk cId="295342884" sldId="279"/>
        </pc:sldMkLst>
        <pc:spChg chg="mod">
          <ac:chgData name="Shifan Abrar Rashid" userId="d209ed71d25b3ffa" providerId="LiveId" clId="{0B48F20F-2547-4B69-9F88-D94BCFCEA919}" dt="2025-07-29T23:40:42.287" v="5466" actId="26606"/>
          <ac:spMkLst>
            <pc:docMk/>
            <pc:sldMk cId="295342884" sldId="279"/>
            <ac:spMk id="2" creationId="{D87AEC09-86F1-B792-C2E6-568ED1BFFD00}"/>
          </ac:spMkLst>
        </pc:spChg>
        <pc:spChg chg="mod">
          <ac:chgData name="Shifan Abrar Rashid" userId="d209ed71d25b3ffa" providerId="LiveId" clId="{0B48F20F-2547-4B69-9F88-D94BCFCEA919}" dt="2025-07-30T14:47:53" v="6340" actId="20577"/>
          <ac:spMkLst>
            <pc:docMk/>
            <pc:sldMk cId="295342884" sldId="279"/>
            <ac:spMk id="3" creationId="{4C50E3B7-5A62-BAE1-D458-08E53680C8B9}"/>
          </ac:spMkLst>
        </pc:spChg>
        <pc:spChg chg="add">
          <ac:chgData name="Shifan Abrar Rashid" userId="d209ed71d25b3ffa" providerId="LiveId" clId="{0B48F20F-2547-4B69-9F88-D94BCFCEA919}" dt="2025-07-29T23:35:33.256" v="5044"/>
          <ac:spMkLst>
            <pc:docMk/>
            <pc:sldMk cId="295342884" sldId="279"/>
            <ac:spMk id="4" creationId="{51DACA04-EF49-B8D6-A916-1CC02690DB52}"/>
          </ac:spMkLst>
        </pc:spChg>
        <pc:spChg chg="add">
          <ac:chgData name="Shifan Abrar Rashid" userId="d209ed71d25b3ffa" providerId="LiveId" clId="{0B48F20F-2547-4B69-9F88-D94BCFCEA919}" dt="2025-07-29T23:35:38.364" v="5048"/>
          <ac:spMkLst>
            <pc:docMk/>
            <pc:sldMk cId="295342884" sldId="279"/>
            <ac:spMk id="5" creationId="{7DBEDCA9-8D05-25B0-003E-824147544CB7}"/>
          </ac:spMkLst>
        </pc:spChg>
        <pc:spChg chg="add">
          <ac:chgData name="Shifan Abrar Rashid" userId="d209ed71d25b3ffa" providerId="LiveId" clId="{0B48F20F-2547-4B69-9F88-D94BCFCEA919}" dt="2025-07-29T23:35:45.480" v="5052"/>
          <ac:spMkLst>
            <pc:docMk/>
            <pc:sldMk cId="295342884" sldId="279"/>
            <ac:spMk id="6" creationId="{E885FCB0-5261-C920-5E88-E472CCB5989B}"/>
          </ac:spMkLst>
        </pc:spChg>
        <pc:spChg chg="add">
          <ac:chgData name="Shifan Abrar Rashid" userId="d209ed71d25b3ffa" providerId="LiveId" clId="{0B48F20F-2547-4B69-9F88-D94BCFCEA919}" dt="2025-07-29T23:40:42.287" v="5466" actId="26606"/>
          <ac:spMkLst>
            <pc:docMk/>
            <pc:sldMk cId="295342884" sldId="279"/>
            <ac:spMk id="10" creationId="{4065D9BE-A58D-6E8A-D4A2-5056F3C5E9CA}"/>
          </ac:spMkLst>
        </pc:spChg>
        <pc:spChg chg="add">
          <ac:chgData name="Shifan Abrar Rashid" userId="d209ed71d25b3ffa" providerId="LiveId" clId="{0B48F20F-2547-4B69-9F88-D94BCFCEA919}" dt="2025-07-29T23:40:42.287" v="5466" actId="26606"/>
          <ac:spMkLst>
            <pc:docMk/>
            <pc:sldMk cId="295342884" sldId="279"/>
            <ac:spMk id="12" creationId="{A745E793-BC99-8991-71CD-53FFBB6A8F69}"/>
          </ac:spMkLst>
        </pc:spChg>
        <pc:picChg chg="add mod">
          <ac:chgData name="Shifan Abrar Rashid" userId="d209ed71d25b3ffa" providerId="LiveId" clId="{0B48F20F-2547-4B69-9F88-D94BCFCEA919}" dt="2025-07-29T23:40:52.512" v="5468" actId="14100"/>
          <ac:picMkLst>
            <pc:docMk/>
            <pc:sldMk cId="295342884" sldId="279"/>
            <ac:picMk id="7" creationId="{C12523FF-9239-3304-860B-17252C0EF1D6}"/>
          </ac:picMkLst>
        </pc:picChg>
      </pc:sldChg>
      <pc:sldChg chg="addSp modSp new mod setBg">
        <pc:chgData name="Shifan Abrar Rashid" userId="d209ed71d25b3ffa" providerId="LiveId" clId="{0B48F20F-2547-4B69-9F88-D94BCFCEA919}" dt="2025-07-30T14:49:07.121" v="6519" actId="12"/>
        <pc:sldMkLst>
          <pc:docMk/>
          <pc:sldMk cId="3100923881" sldId="280"/>
        </pc:sldMkLst>
        <pc:spChg chg="mod">
          <ac:chgData name="Shifan Abrar Rashid" userId="d209ed71d25b3ffa" providerId="LiveId" clId="{0B48F20F-2547-4B69-9F88-D94BCFCEA919}" dt="2025-07-30T02:17:33.427" v="5899" actId="26606"/>
          <ac:spMkLst>
            <pc:docMk/>
            <pc:sldMk cId="3100923881" sldId="280"/>
            <ac:spMk id="2" creationId="{222D3923-70DA-708D-109F-673960B07E93}"/>
          </ac:spMkLst>
        </pc:spChg>
        <pc:spChg chg="mod">
          <ac:chgData name="Shifan Abrar Rashid" userId="d209ed71d25b3ffa" providerId="LiveId" clId="{0B48F20F-2547-4B69-9F88-D94BCFCEA919}" dt="2025-07-30T14:49:07.121" v="6519" actId="12"/>
          <ac:spMkLst>
            <pc:docMk/>
            <pc:sldMk cId="3100923881" sldId="280"/>
            <ac:spMk id="3" creationId="{1B2A592E-CA1F-C053-AB2E-E7F42742FC25}"/>
          </ac:spMkLst>
        </pc:spChg>
        <pc:spChg chg="add">
          <ac:chgData name="Shifan Abrar Rashid" userId="d209ed71d25b3ffa" providerId="LiveId" clId="{0B48F20F-2547-4B69-9F88-D94BCFCEA919}" dt="2025-07-30T02:17:33.427" v="5899" actId="26606"/>
          <ac:spMkLst>
            <pc:docMk/>
            <pc:sldMk cId="3100923881" sldId="280"/>
            <ac:spMk id="10" creationId="{4065D9BE-A58D-6E8A-D4A2-5056F3C5E9CA}"/>
          </ac:spMkLst>
        </pc:spChg>
        <pc:spChg chg="add">
          <ac:chgData name="Shifan Abrar Rashid" userId="d209ed71d25b3ffa" providerId="LiveId" clId="{0B48F20F-2547-4B69-9F88-D94BCFCEA919}" dt="2025-07-30T02:17:33.427" v="5899" actId="26606"/>
          <ac:spMkLst>
            <pc:docMk/>
            <pc:sldMk cId="3100923881" sldId="280"/>
            <ac:spMk id="12" creationId="{A745E793-BC99-8991-71CD-53FFBB6A8F69}"/>
          </ac:spMkLst>
        </pc:spChg>
        <pc:picChg chg="add">
          <ac:chgData name="Shifan Abrar Rashid" userId="d209ed71d25b3ffa" providerId="LiveId" clId="{0B48F20F-2547-4B69-9F88-D94BCFCEA919}" dt="2025-07-30T02:17:33.427" v="5899" actId="26606"/>
          <ac:picMkLst>
            <pc:docMk/>
            <pc:sldMk cId="3100923881" sldId="280"/>
            <ac:picMk id="7" creationId="{EF6BEDE9-4AC8-7905-1B22-50D5C6DDA963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EDB15E-D067-48F0-87C8-07B3BA72A16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282017-5641-40A7-84B3-489BA60350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Exploring the Datasets</a:t>
          </a:r>
        </a:p>
      </dgm:t>
    </dgm:pt>
    <dgm:pt modelId="{ACD987BF-DBB0-4243-8107-A66E2B842ADE}" type="parTrans" cxnId="{26498838-3D24-4C31-A12E-EFB832E19657}">
      <dgm:prSet/>
      <dgm:spPr/>
      <dgm:t>
        <a:bodyPr/>
        <a:lstStyle/>
        <a:p>
          <a:endParaRPr lang="en-US"/>
        </a:p>
      </dgm:t>
    </dgm:pt>
    <dgm:pt modelId="{34930C7C-BA27-4C4E-948E-50B4D060C177}" type="sibTrans" cxnId="{26498838-3D24-4C31-A12E-EFB832E19657}">
      <dgm:prSet/>
      <dgm:spPr/>
      <dgm:t>
        <a:bodyPr/>
        <a:lstStyle/>
        <a:p>
          <a:endParaRPr lang="en-US"/>
        </a:p>
      </dgm:t>
    </dgm:pt>
    <dgm:pt modelId="{329FCFC5-CB5E-4ADF-B0AE-5D332B798D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Ohio’s Export Gaps &amp; Export Potential</a:t>
          </a:r>
        </a:p>
      </dgm:t>
    </dgm:pt>
    <dgm:pt modelId="{B5080790-9CCA-4D3E-91AB-1CEBCDF39449}" type="parTrans" cxnId="{F7C107C3-AD96-463C-B66A-391003DAEFEA}">
      <dgm:prSet/>
      <dgm:spPr/>
      <dgm:t>
        <a:bodyPr/>
        <a:lstStyle/>
        <a:p>
          <a:endParaRPr lang="en-US"/>
        </a:p>
      </dgm:t>
    </dgm:pt>
    <dgm:pt modelId="{3733543F-4B78-4ED1-8BF5-C9A7C7AAFE8B}" type="sibTrans" cxnId="{F7C107C3-AD96-463C-B66A-391003DAEFEA}">
      <dgm:prSet/>
      <dgm:spPr/>
      <dgm:t>
        <a:bodyPr/>
        <a:lstStyle/>
        <a:p>
          <a:endParaRPr lang="en-US"/>
        </a:p>
      </dgm:t>
    </dgm:pt>
    <dgm:pt modelId="{7790625A-7643-4E15-B49B-D702D6CF46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Automating the process</a:t>
          </a:r>
        </a:p>
      </dgm:t>
    </dgm:pt>
    <dgm:pt modelId="{D45E0C82-5D6A-4CCA-80DB-EFD2572983F4}" type="parTrans" cxnId="{3EC35E95-F6B9-4F7A-979C-03CCF0518444}">
      <dgm:prSet/>
      <dgm:spPr/>
      <dgm:t>
        <a:bodyPr/>
        <a:lstStyle/>
        <a:p>
          <a:endParaRPr lang="en-US"/>
        </a:p>
      </dgm:t>
    </dgm:pt>
    <dgm:pt modelId="{0E410161-892E-4FBC-8CE3-4193B7EDF4E6}" type="sibTrans" cxnId="{3EC35E95-F6B9-4F7A-979C-03CCF0518444}">
      <dgm:prSet/>
      <dgm:spPr/>
      <dgm:t>
        <a:bodyPr/>
        <a:lstStyle/>
        <a:p>
          <a:endParaRPr lang="en-US"/>
        </a:p>
      </dgm:t>
    </dgm:pt>
    <dgm:pt modelId="{EA7D4A9B-CD1F-46B3-A070-13E54EAFC7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My Tech Stack</a:t>
          </a:r>
        </a:p>
      </dgm:t>
    </dgm:pt>
    <dgm:pt modelId="{DCFCBDEB-3EB2-4224-9444-8F4ED3A0976F}" type="parTrans" cxnId="{4F97657E-77E4-4161-8FAE-E7A9ED56D5AE}">
      <dgm:prSet/>
      <dgm:spPr/>
      <dgm:t>
        <a:bodyPr/>
        <a:lstStyle/>
        <a:p>
          <a:endParaRPr lang="en-US"/>
        </a:p>
      </dgm:t>
    </dgm:pt>
    <dgm:pt modelId="{F46575AE-3F21-40CE-A50A-9871270CE774}" type="sibTrans" cxnId="{4F97657E-77E4-4161-8FAE-E7A9ED56D5AE}">
      <dgm:prSet/>
      <dgm:spPr/>
      <dgm:t>
        <a:bodyPr/>
        <a:lstStyle/>
        <a:p>
          <a:endParaRPr lang="en-US"/>
        </a:p>
      </dgm:t>
    </dgm:pt>
    <dgm:pt modelId="{294F4137-ACA8-4AE9-B6EC-72AC82338E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Summary </a:t>
          </a:r>
        </a:p>
      </dgm:t>
    </dgm:pt>
    <dgm:pt modelId="{BCCFD69B-94BF-402A-B25B-1A8B15E40171}" type="parTrans" cxnId="{D043C282-94D3-42A3-A2CD-8351F16D1D6B}">
      <dgm:prSet/>
      <dgm:spPr/>
      <dgm:t>
        <a:bodyPr/>
        <a:lstStyle/>
        <a:p>
          <a:endParaRPr lang="en-US"/>
        </a:p>
      </dgm:t>
    </dgm:pt>
    <dgm:pt modelId="{F6D31289-179B-4807-97C3-78451CD2F7B5}" type="sibTrans" cxnId="{D043C282-94D3-42A3-A2CD-8351F16D1D6B}">
      <dgm:prSet/>
      <dgm:spPr/>
      <dgm:t>
        <a:bodyPr/>
        <a:lstStyle/>
        <a:p>
          <a:endParaRPr lang="en-US"/>
        </a:p>
      </dgm:t>
    </dgm:pt>
    <dgm:pt modelId="{45D53433-0D8D-4E3A-9431-318A21325C17}" type="pres">
      <dgm:prSet presAssocID="{D1EDB15E-D067-48F0-87C8-07B3BA72A167}" presName="root" presStyleCnt="0">
        <dgm:presLayoutVars>
          <dgm:dir/>
          <dgm:resizeHandles val="exact"/>
        </dgm:presLayoutVars>
      </dgm:prSet>
      <dgm:spPr/>
    </dgm:pt>
    <dgm:pt modelId="{B70124F7-37EE-419C-B182-F050D2DC1179}" type="pres">
      <dgm:prSet presAssocID="{77282017-5641-40A7-84B3-489BA6035038}" presName="compNode" presStyleCnt="0"/>
      <dgm:spPr/>
    </dgm:pt>
    <dgm:pt modelId="{B86B025D-1C62-4F75-88A1-802E1CC2105B}" type="pres">
      <dgm:prSet presAssocID="{77282017-5641-40A7-84B3-489BA6035038}" presName="bgRect" presStyleLbl="bgShp" presStyleIdx="0" presStyleCnt="5"/>
      <dgm:spPr/>
    </dgm:pt>
    <dgm:pt modelId="{6DE8A001-DA46-451D-AC94-9960E9081E6E}" type="pres">
      <dgm:prSet presAssocID="{77282017-5641-40A7-84B3-489BA603503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EB7A656-9CF2-46F1-87AB-1726882F0211}" type="pres">
      <dgm:prSet presAssocID="{77282017-5641-40A7-84B3-489BA6035038}" presName="spaceRect" presStyleCnt="0"/>
      <dgm:spPr/>
    </dgm:pt>
    <dgm:pt modelId="{E87393C9-59FC-4210-B248-4FD9A77ED83C}" type="pres">
      <dgm:prSet presAssocID="{77282017-5641-40A7-84B3-489BA6035038}" presName="parTx" presStyleLbl="revTx" presStyleIdx="0" presStyleCnt="5">
        <dgm:presLayoutVars>
          <dgm:chMax val="0"/>
          <dgm:chPref val="0"/>
        </dgm:presLayoutVars>
      </dgm:prSet>
      <dgm:spPr/>
    </dgm:pt>
    <dgm:pt modelId="{E1E822CA-B931-4CC2-92AF-500D9ACE5F37}" type="pres">
      <dgm:prSet presAssocID="{34930C7C-BA27-4C4E-948E-50B4D060C177}" presName="sibTrans" presStyleCnt="0"/>
      <dgm:spPr/>
    </dgm:pt>
    <dgm:pt modelId="{7195D92C-C9B8-4621-8DCE-88E5437B5406}" type="pres">
      <dgm:prSet presAssocID="{329FCFC5-CB5E-4ADF-B0AE-5D332B798DE8}" presName="compNode" presStyleCnt="0"/>
      <dgm:spPr/>
    </dgm:pt>
    <dgm:pt modelId="{F29C46F9-754E-4759-B41B-C7D45F3AB691}" type="pres">
      <dgm:prSet presAssocID="{329FCFC5-CB5E-4ADF-B0AE-5D332B798DE8}" presName="bgRect" presStyleLbl="bgShp" presStyleIdx="1" presStyleCnt="5"/>
      <dgm:spPr/>
    </dgm:pt>
    <dgm:pt modelId="{71CE1C02-D64E-42F4-B8D4-C6E5C1C2E156}" type="pres">
      <dgm:prSet presAssocID="{329FCFC5-CB5E-4ADF-B0AE-5D332B798DE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are"/>
        </a:ext>
      </dgm:extLst>
    </dgm:pt>
    <dgm:pt modelId="{6B28C24B-E274-4B22-8E6A-6B21C25C28D1}" type="pres">
      <dgm:prSet presAssocID="{329FCFC5-CB5E-4ADF-B0AE-5D332B798DE8}" presName="spaceRect" presStyleCnt="0"/>
      <dgm:spPr/>
    </dgm:pt>
    <dgm:pt modelId="{F839E9A5-2575-4565-BB88-80673BBACBB6}" type="pres">
      <dgm:prSet presAssocID="{329FCFC5-CB5E-4ADF-B0AE-5D332B798DE8}" presName="parTx" presStyleLbl="revTx" presStyleIdx="1" presStyleCnt="5">
        <dgm:presLayoutVars>
          <dgm:chMax val="0"/>
          <dgm:chPref val="0"/>
        </dgm:presLayoutVars>
      </dgm:prSet>
      <dgm:spPr/>
    </dgm:pt>
    <dgm:pt modelId="{FE10EBDC-3D4C-49F3-88C3-9478516680D7}" type="pres">
      <dgm:prSet presAssocID="{3733543F-4B78-4ED1-8BF5-C9A7C7AAFE8B}" presName="sibTrans" presStyleCnt="0"/>
      <dgm:spPr/>
    </dgm:pt>
    <dgm:pt modelId="{1BB65F8B-5947-4C00-9E0F-68426FA1BF11}" type="pres">
      <dgm:prSet presAssocID="{7790625A-7643-4E15-B49B-D702D6CF4681}" presName="compNode" presStyleCnt="0"/>
      <dgm:spPr/>
    </dgm:pt>
    <dgm:pt modelId="{D88BBE6E-D627-4015-813E-5F74FCD41B11}" type="pres">
      <dgm:prSet presAssocID="{7790625A-7643-4E15-B49B-D702D6CF4681}" presName="bgRect" presStyleLbl="bgShp" presStyleIdx="2" presStyleCnt="5"/>
      <dgm:spPr/>
    </dgm:pt>
    <dgm:pt modelId="{1D36275B-1DDE-4F84-98C2-907EE21880D9}" type="pres">
      <dgm:prSet presAssocID="{7790625A-7643-4E15-B49B-D702D6CF468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2A7CF39-624C-4580-AD16-7ECCCCF0E4F0}" type="pres">
      <dgm:prSet presAssocID="{7790625A-7643-4E15-B49B-D702D6CF4681}" presName="spaceRect" presStyleCnt="0"/>
      <dgm:spPr/>
    </dgm:pt>
    <dgm:pt modelId="{0338BFF4-37A9-42AE-A971-B3C1CF2A9461}" type="pres">
      <dgm:prSet presAssocID="{7790625A-7643-4E15-B49B-D702D6CF4681}" presName="parTx" presStyleLbl="revTx" presStyleIdx="2" presStyleCnt="5">
        <dgm:presLayoutVars>
          <dgm:chMax val="0"/>
          <dgm:chPref val="0"/>
        </dgm:presLayoutVars>
      </dgm:prSet>
      <dgm:spPr/>
    </dgm:pt>
    <dgm:pt modelId="{EFA8CB21-51FB-47E5-A028-1F10C8A1CF04}" type="pres">
      <dgm:prSet presAssocID="{0E410161-892E-4FBC-8CE3-4193B7EDF4E6}" presName="sibTrans" presStyleCnt="0"/>
      <dgm:spPr/>
    </dgm:pt>
    <dgm:pt modelId="{82497EEA-C6F5-485E-AA94-5DDADADB8BEE}" type="pres">
      <dgm:prSet presAssocID="{EA7D4A9B-CD1F-46B3-A070-13E54EAFC780}" presName="compNode" presStyleCnt="0"/>
      <dgm:spPr/>
    </dgm:pt>
    <dgm:pt modelId="{B40AC870-05A9-4A5B-B82C-06BC2CADF810}" type="pres">
      <dgm:prSet presAssocID="{EA7D4A9B-CD1F-46B3-A070-13E54EAFC780}" presName="bgRect" presStyleLbl="bgShp" presStyleIdx="3" presStyleCnt="5"/>
      <dgm:spPr/>
    </dgm:pt>
    <dgm:pt modelId="{F2515395-00E4-4549-A574-2EA557A50BEA}" type="pres">
      <dgm:prSet presAssocID="{EA7D4A9B-CD1F-46B3-A070-13E54EAFC78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8557EC39-EBE2-42E7-B967-B32E2EF75BD6}" type="pres">
      <dgm:prSet presAssocID="{EA7D4A9B-CD1F-46B3-A070-13E54EAFC780}" presName="spaceRect" presStyleCnt="0"/>
      <dgm:spPr/>
    </dgm:pt>
    <dgm:pt modelId="{94E854D7-5EB4-4E24-8661-C94A8B7B3736}" type="pres">
      <dgm:prSet presAssocID="{EA7D4A9B-CD1F-46B3-A070-13E54EAFC780}" presName="parTx" presStyleLbl="revTx" presStyleIdx="3" presStyleCnt="5">
        <dgm:presLayoutVars>
          <dgm:chMax val="0"/>
          <dgm:chPref val="0"/>
        </dgm:presLayoutVars>
      </dgm:prSet>
      <dgm:spPr/>
    </dgm:pt>
    <dgm:pt modelId="{5E4CA7D3-C2C1-4E5C-9B56-440EEB90644A}" type="pres">
      <dgm:prSet presAssocID="{F46575AE-3F21-40CE-A50A-9871270CE774}" presName="sibTrans" presStyleCnt="0"/>
      <dgm:spPr/>
    </dgm:pt>
    <dgm:pt modelId="{A770801A-4326-4E88-84F3-400B59689EED}" type="pres">
      <dgm:prSet presAssocID="{294F4137-ACA8-4AE9-B6EC-72AC82338EAB}" presName="compNode" presStyleCnt="0"/>
      <dgm:spPr/>
    </dgm:pt>
    <dgm:pt modelId="{3E3EEDE7-68A5-4ED7-A723-9F863B90364E}" type="pres">
      <dgm:prSet presAssocID="{294F4137-ACA8-4AE9-B6EC-72AC82338EAB}" presName="bgRect" presStyleLbl="bgShp" presStyleIdx="4" presStyleCnt="5"/>
      <dgm:spPr/>
    </dgm:pt>
    <dgm:pt modelId="{8F974A55-DDAA-4C97-88C9-3709C7990E28}" type="pres">
      <dgm:prSet presAssocID="{294F4137-ACA8-4AE9-B6EC-72AC82338EA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6F8DF86C-F6C2-4AC5-B2C6-AF303B0DD788}" type="pres">
      <dgm:prSet presAssocID="{294F4137-ACA8-4AE9-B6EC-72AC82338EAB}" presName="spaceRect" presStyleCnt="0"/>
      <dgm:spPr/>
    </dgm:pt>
    <dgm:pt modelId="{EB63FC85-FB7B-4D1F-8187-C3AC2551D3B7}" type="pres">
      <dgm:prSet presAssocID="{294F4137-ACA8-4AE9-B6EC-72AC82338EA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3EC1206-1A86-4925-A5A0-7C672BE33623}" type="presOf" srcId="{D1EDB15E-D067-48F0-87C8-07B3BA72A167}" destId="{45D53433-0D8D-4E3A-9431-318A21325C17}" srcOrd="0" destOrd="0" presId="urn:microsoft.com/office/officeart/2018/2/layout/IconVerticalSolidList"/>
    <dgm:cxn modelId="{0B09C70D-7E4A-4EC9-902D-24DB83D7B31A}" type="presOf" srcId="{294F4137-ACA8-4AE9-B6EC-72AC82338EAB}" destId="{EB63FC85-FB7B-4D1F-8187-C3AC2551D3B7}" srcOrd="0" destOrd="0" presId="urn:microsoft.com/office/officeart/2018/2/layout/IconVerticalSolidList"/>
    <dgm:cxn modelId="{4E4C0A36-7F72-4475-9659-767775A2BC7B}" type="presOf" srcId="{7790625A-7643-4E15-B49B-D702D6CF4681}" destId="{0338BFF4-37A9-42AE-A971-B3C1CF2A9461}" srcOrd="0" destOrd="0" presId="urn:microsoft.com/office/officeart/2018/2/layout/IconVerticalSolidList"/>
    <dgm:cxn modelId="{26498838-3D24-4C31-A12E-EFB832E19657}" srcId="{D1EDB15E-D067-48F0-87C8-07B3BA72A167}" destId="{77282017-5641-40A7-84B3-489BA6035038}" srcOrd="0" destOrd="0" parTransId="{ACD987BF-DBB0-4243-8107-A66E2B842ADE}" sibTransId="{34930C7C-BA27-4C4E-948E-50B4D060C177}"/>
    <dgm:cxn modelId="{4F97657E-77E4-4161-8FAE-E7A9ED56D5AE}" srcId="{D1EDB15E-D067-48F0-87C8-07B3BA72A167}" destId="{EA7D4A9B-CD1F-46B3-A070-13E54EAFC780}" srcOrd="3" destOrd="0" parTransId="{DCFCBDEB-3EB2-4224-9444-8F4ED3A0976F}" sibTransId="{F46575AE-3F21-40CE-A50A-9871270CE774}"/>
    <dgm:cxn modelId="{3BBE4580-898D-49DC-BDBC-FC1513B44EEE}" type="presOf" srcId="{329FCFC5-CB5E-4ADF-B0AE-5D332B798DE8}" destId="{F839E9A5-2575-4565-BB88-80673BBACBB6}" srcOrd="0" destOrd="0" presId="urn:microsoft.com/office/officeart/2018/2/layout/IconVerticalSolidList"/>
    <dgm:cxn modelId="{D043C282-94D3-42A3-A2CD-8351F16D1D6B}" srcId="{D1EDB15E-D067-48F0-87C8-07B3BA72A167}" destId="{294F4137-ACA8-4AE9-B6EC-72AC82338EAB}" srcOrd="4" destOrd="0" parTransId="{BCCFD69B-94BF-402A-B25B-1A8B15E40171}" sibTransId="{F6D31289-179B-4807-97C3-78451CD2F7B5}"/>
    <dgm:cxn modelId="{3EC35E95-F6B9-4F7A-979C-03CCF0518444}" srcId="{D1EDB15E-D067-48F0-87C8-07B3BA72A167}" destId="{7790625A-7643-4E15-B49B-D702D6CF4681}" srcOrd="2" destOrd="0" parTransId="{D45E0C82-5D6A-4CCA-80DB-EFD2572983F4}" sibTransId="{0E410161-892E-4FBC-8CE3-4193B7EDF4E6}"/>
    <dgm:cxn modelId="{F7C107C3-AD96-463C-B66A-391003DAEFEA}" srcId="{D1EDB15E-D067-48F0-87C8-07B3BA72A167}" destId="{329FCFC5-CB5E-4ADF-B0AE-5D332B798DE8}" srcOrd="1" destOrd="0" parTransId="{B5080790-9CCA-4D3E-91AB-1CEBCDF39449}" sibTransId="{3733543F-4B78-4ED1-8BF5-C9A7C7AAFE8B}"/>
    <dgm:cxn modelId="{BDB264C5-A56B-44A5-9764-1BDD3F1155BF}" type="presOf" srcId="{77282017-5641-40A7-84B3-489BA6035038}" destId="{E87393C9-59FC-4210-B248-4FD9A77ED83C}" srcOrd="0" destOrd="0" presId="urn:microsoft.com/office/officeart/2018/2/layout/IconVerticalSolidList"/>
    <dgm:cxn modelId="{F88B20E9-CD7E-407D-A19B-1A23628B71D3}" type="presOf" srcId="{EA7D4A9B-CD1F-46B3-A070-13E54EAFC780}" destId="{94E854D7-5EB4-4E24-8661-C94A8B7B3736}" srcOrd="0" destOrd="0" presId="urn:microsoft.com/office/officeart/2018/2/layout/IconVerticalSolidList"/>
    <dgm:cxn modelId="{4FE11D68-6FE0-4CC6-BD18-3FB074F73224}" type="presParOf" srcId="{45D53433-0D8D-4E3A-9431-318A21325C17}" destId="{B70124F7-37EE-419C-B182-F050D2DC1179}" srcOrd="0" destOrd="0" presId="urn:microsoft.com/office/officeart/2018/2/layout/IconVerticalSolidList"/>
    <dgm:cxn modelId="{3CD85619-5053-4336-BA00-99A7DC97D70C}" type="presParOf" srcId="{B70124F7-37EE-419C-B182-F050D2DC1179}" destId="{B86B025D-1C62-4F75-88A1-802E1CC2105B}" srcOrd="0" destOrd="0" presId="urn:microsoft.com/office/officeart/2018/2/layout/IconVerticalSolidList"/>
    <dgm:cxn modelId="{4BC0E4C8-4EA4-4AF4-B851-844BDDE41902}" type="presParOf" srcId="{B70124F7-37EE-419C-B182-F050D2DC1179}" destId="{6DE8A001-DA46-451D-AC94-9960E9081E6E}" srcOrd="1" destOrd="0" presId="urn:microsoft.com/office/officeart/2018/2/layout/IconVerticalSolidList"/>
    <dgm:cxn modelId="{B5A4459B-D24E-4DCD-97E0-BA38801B6408}" type="presParOf" srcId="{B70124F7-37EE-419C-B182-F050D2DC1179}" destId="{CEB7A656-9CF2-46F1-87AB-1726882F0211}" srcOrd="2" destOrd="0" presId="urn:microsoft.com/office/officeart/2018/2/layout/IconVerticalSolidList"/>
    <dgm:cxn modelId="{5D6FD4B4-053D-4F03-A811-BA5ECD32E96E}" type="presParOf" srcId="{B70124F7-37EE-419C-B182-F050D2DC1179}" destId="{E87393C9-59FC-4210-B248-4FD9A77ED83C}" srcOrd="3" destOrd="0" presId="urn:microsoft.com/office/officeart/2018/2/layout/IconVerticalSolidList"/>
    <dgm:cxn modelId="{0B47BFC3-EB5D-44FC-B973-B34F93A9B79D}" type="presParOf" srcId="{45D53433-0D8D-4E3A-9431-318A21325C17}" destId="{E1E822CA-B931-4CC2-92AF-500D9ACE5F37}" srcOrd="1" destOrd="0" presId="urn:microsoft.com/office/officeart/2018/2/layout/IconVerticalSolidList"/>
    <dgm:cxn modelId="{2DE64BB5-6CA8-41B3-B9EE-8A6C36DB7932}" type="presParOf" srcId="{45D53433-0D8D-4E3A-9431-318A21325C17}" destId="{7195D92C-C9B8-4621-8DCE-88E5437B5406}" srcOrd="2" destOrd="0" presId="urn:microsoft.com/office/officeart/2018/2/layout/IconVerticalSolidList"/>
    <dgm:cxn modelId="{0785A396-B3AC-4F85-A10D-39E455ABEBD8}" type="presParOf" srcId="{7195D92C-C9B8-4621-8DCE-88E5437B5406}" destId="{F29C46F9-754E-4759-B41B-C7D45F3AB691}" srcOrd="0" destOrd="0" presId="urn:microsoft.com/office/officeart/2018/2/layout/IconVerticalSolidList"/>
    <dgm:cxn modelId="{0AC7A666-96E0-4377-B8AE-72F9DEA8075B}" type="presParOf" srcId="{7195D92C-C9B8-4621-8DCE-88E5437B5406}" destId="{71CE1C02-D64E-42F4-B8D4-C6E5C1C2E156}" srcOrd="1" destOrd="0" presId="urn:microsoft.com/office/officeart/2018/2/layout/IconVerticalSolidList"/>
    <dgm:cxn modelId="{050636F6-6A62-4453-A3D3-D9408726389C}" type="presParOf" srcId="{7195D92C-C9B8-4621-8DCE-88E5437B5406}" destId="{6B28C24B-E274-4B22-8E6A-6B21C25C28D1}" srcOrd="2" destOrd="0" presId="urn:microsoft.com/office/officeart/2018/2/layout/IconVerticalSolidList"/>
    <dgm:cxn modelId="{AAD07EBB-D076-4251-8200-FE3EB78F15C6}" type="presParOf" srcId="{7195D92C-C9B8-4621-8DCE-88E5437B5406}" destId="{F839E9A5-2575-4565-BB88-80673BBACBB6}" srcOrd="3" destOrd="0" presId="urn:microsoft.com/office/officeart/2018/2/layout/IconVerticalSolidList"/>
    <dgm:cxn modelId="{94542664-E776-4BFB-B706-B07ACD779C7A}" type="presParOf" srcId="{45D53433-0D8D-4E3A-9431-318A21325C17}" destId="{FE10EBDC-3D4C-49F3-88C3-9478516680D7}" srcOrd="3" destOrd="0" presId="urn:microsoft.com/office/officeart/2018/2/layout/IconVerticalSolidList"/>
    <dgm:cxn modelId="{9B85E485-46E8-4CB9-8698-1141D90E21F1}" type="presParOf" srcId="{45D53433-0D8D-4E3A-9431-318A21325C17}" destId="{1BB65F8B-5947-4C00-9E0F-68426FA1BF11}" srcOrd="4" destOrd="0" presId="urn:microsoft.com/office/officeart/2018/2/layout/IconVerticalSolidList"/>
    <dgm:cxn modelId="{9232A01C-4462-4A2B-A7F5-0819C94DD5D8}" type="presParOf" srcId="{1BB65F8B-5947-4C00-9E0F-68426FA1BF11}" destId="{D88BBE6E-D627-4015-813E-5F74FCD41B11}" srcOrd="0" destOrd="0" presId="urn:microsoft.com/office/officeart/2018/2/layout/IconVerticalSolidList"/>
    <dgm:cxn modelId="{DE3B30EC-5AAF-4F62-A729-6889DA04DD18}" type="presParOf" srcId="{1BB65F8B-5947-4C00-9E0F-68426FA1BF11}" destId="{1D36275B-1DDE-4F84-98C2-907EE21880D9}" srcOrd="1" destOrd="0" presId="urn:microsoft.com/office/officeart/2018/2/layout/IconVerticalSolidList"/>
    <dgm:cxn modelId="{295C5BEB-0602-4E20-B645-AED66BA4683F}" type="presParOf" srcId="{1BB65F8B-5947-4C00-9E0F-68426FA1BF11}" destId="{02A7CF39-624C-4580-AD16-7ECCCCF0E4F0}" srcOrd="2" destOrd="0" presId="urn:microsoft.com/office/officeart/2018/2/layout/IconVerticalSolidList"/>
    <dgm:cxn modelId="{DB37FF10-AEAC-465A-8866-5C56F8DBF89A}" type="presParOf" srcId="{1BB65F8B-5947-4C00-9E0F-68426FA1BF11}" destId="{0338BFF4-37A9-42AE-A971-B3C1CF2A9461}" srcOrd="3" destOrd="0" presId="urn:microsoft.com/office/officeart/2018/2/layout/IconVerticalSolidList"/>
    <dgm:cxn modelId="{EC009ACC-D508-4E3F-9D83-CCA9FA60CC43}" type="presParOf" srcId="{45D53433-0D8D-4E3A-9431-318A21325C17}" destId="{EFA8CB21-51FB-47E5-A028-1F10C8A1CF04}" srcOrd="5" destOrd="0" presId="urn:microsoft.com/office/officeart/2018/2/layout/IconVerticalSolidList"/>
    <dgm:cxn modelId="{ED1E04DE-32B0-42E2-B04B-7CF654C8058A}" type="presParOf" srcId="{45D53433-0D8D-4E3A-9431-318A21325C17}" destId="{82497EEA-C6F5-485E-AA94-5DDADADB8BEE}" srcOrd="6" destOrd="0" presId="urn:microsoft.com/office/officeart/2018/2/layout/IconVerticalSolidList"/>
    <dgm:cxn modelId="{670D3BB9-2738-4009-870A-E666619BF848}" type="presParOf" srcId="{82497EEA-C6F5-485E-AA94-5DDADADB8BEE}" destId="{B40AC870-05A9-4A5B-B82C-06BC2CADF810}" srcOrd="0" destOrd="0" presId="urn:microsoft.com/office/officeart/2018/2/layout/IconVerticalSolidList"/>
    <dgm:cxn modelId="{2F8CB1B8-08DF-4BD9-B727-C8E18CD8F4AA}" type="presParOf" srcId="{82497EEA-C6F5-485E-AA94-5DDADADB8BEE}" destId="{F2515395-00E4-4549-A574-2EA557A50BEA}" srcOrd="1" destOrd="0" presId="urn:microsoft.com/office/officeart/2018/2/layout/IconVerticalSolidList"/>
    <dgm:cxn modelId="{140D916B-1BFC-4292-BA7E-C9C9CE85F71A}" type="presParOf" srcId="{82497EEA-C6F5-485E-AA94-5DDADADB8BEE}" destId="{8557EC39-EBE2-42E7-B967-B32E2EF75BD6}" srcOrd="2" destOrd="0" presId="urn:microsoft.com/office/officeart/2018/2/layout/IconVerticalSolidList"/>
    <dgm:cxn modelId="{20E73E29-A05C-4DF4-9B8E-FA4BBAAD8EF8}" type="presParOf" srcId="{82497EEA-C6F5-485E-AA94-5DDADADB8BEE}" destId="{94E854D7-5EB4-4E24-8661-C94A8B7B3736}" srcOrd="3" destOrd="0" presId="urn:microsoft.com/office/officeart/2018/2/layout/IconVerticalSolidList"/>
    <dgm:cxn modelId="{C8D111B0-B5D7-48B5-8734-EB44FA8DA46F}" type="presParOf" srcId="{45D53433-0D8D-4E3A-9431-318A21325C17}" destId="{5E4CA7D3-C2C1-4E5C-9B56-440EEB90644A}" srcOrd="7" destOrd="0" presId="urn:microsoft.com/office/officeart/2018/2/layout/IconVerticalSolidList"/>
    <dgm:cxn modelId="{6AF9E62D-C0A7-4A6C-BE8D-27DAF301E150}" type="presParOf" srcId="{45D53433-0D8D-4E3A-9431-318A21325C17}" destId="{A770801A-4326-4E88-84F3-400B59689EED}" srcOrd="8" destOrd="0" presId="urn:microsoft.com/office/officeart/2018/2/layout/IconVerticalSolidList"/>
    <dgm:cxn modelId="{61B4E0AE-9965-4E5B-9CED-E1098C9A7C8E}" type="presParOf" srcId="{A770801A-4326-4E88-84F3-400B59689EED}" destId="{3E3EEDE7-68A5-4ED7-A723-9F863B90364E}" srcOrd="0" destOrd="0" presId="urn:microsoft.com/office/officeart/2018/2/layout/IconVerticalSolidList"/>
    <dgm:cxn modelId="{1DD0642E-A7AA-4F39-AD4E-F63A6EC1763B}" type="presParOf" srcId="{A770801A-4326-4E88-84F3-400B59689EED}" destId="{8F974A55-DDAA-4C97-88C9-3709C7990E28}" srcOrd="1" destOrd="0" presId="urn:microsoft.com/office/officeart/2018/2/layout/IconVerticalSolidList"/>
    <dgm:cxn modelId="{31C07E3E-C27F-4476-98A3-847AF1E45414}" type="presParOf" srcId="{A770801A-4326-4E88-84F3-400B59689EED}" destId="{6F8DF86C-F6C2-4AC5-B2C6-AF303B0DD788}" srcOrd="2" destOrd="0" presId="urn:microsoft.com/office/officeart/2018/2/layout/IconVerticalSolidList"/>
    <dgm:cxn modelId="{34C0EC23-95E0-458D-8548-FC801D8F1631}" type="presParOf" srcId="{A770801A-4326-4E88-84F3-400B59689EED}" destId="{EB63FC85-FB7B-4D1F-8187-C3AC2551D3B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34CD4D-00E5-47F0-8BDC-2E265F7F09C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56BD4BD-19C9-44EC-A2E7-599AB1130E8A}">
      <dgm:prSet/>
      <dgm:spPr/>
      <dgm:t>
        <a:bodyPr/>
        <a:lstStyle/>
        <a:p>
          <a:r>
            <a:rPr lang="en-US" b="1"/>
            <a:t>Ohio ranks as the 10th largest exporting state in the U.S. (2023)</a:t>
          </a:r>
          <a:r>
            <a:rPr lang="en-US"/>
            <a:t>, demonstrating its strong position in national trade.</a:t>
          </a:r>
        </a:p>
      </dgm:t>
    </dgm:pt>
    <dgm:pt modelId="{A47A467B-314D-4AF6-B144-5D3DC3B0E95E}" type="parTrans" cxnId="{F32DECC2-DF71-4666-ABCF-A1B2860B035A}">
      <dgm:prSet/>
      <dgm:spPr/>
      <dgm:t>
        <a:bodyPr/>
        <a:lstStyle/>
        <a:p>
          <a:endParaRPr lang="en-US"/>
        </a:p>
      </dgm:t>
    </dgm:pt>
    <dgm:pt modelId="{C9B56D72-F799-405A-A985-9331DFE20276}" type="sibTrans" cxnId="{F32DECC2-DF71-4666-ABCF-A1B2860B035A}">
      <dgm:prSet/>
      <dgm:spPr/>
      <dgm:t>
        <a:bodyPr/>
        <a:lstStyle/>
        <a:p>
          <a:endParaRPr lang="en-US"/>
        </a:p>
      </dgm:t>
    </dgm:pt>
    <dgm:pt modelId="{E7963EEC-F237-4C2A-B879-D7697916E849}">
      <dgm:prSet/>
      <dgm:spPr/>
      <dgm:t>
        <a:bodyPr/>
        <a:lstStyle/>
        <a:p>
          <a:r>
            <a:rPr lang="en-US" b="1"/>
            <a:t>Ten countries each received over $1 billion in Ohio exports</a:t>
          </a:r>
          <a:r>
            <a:rPr lang="en-US"/>
            <a:t>, reflecting significant global reach</a:t>
          </a:r>
        </a:p>
      </dgm:t>
    </dgm:pt>
    <dgm:pt modelId="{4503630B-9DF8-4D21-9F3C-0E070C9C3C82}" type="parTrans" cxnId="{9EBF8A7B-7A13-462D-BEA6-73F500A8D173}">
      <dgm:prSet/>
      <dgm:spPr/>
      <dgm:t>
        <a:bodyPr/>
        <a:lstStyle/>
        <a:p>
          <a:endParaRPr lang="en-US"/>
        </a:p>
      </dgm:t>
    </dgm:pt>
    <dgm:pt modelId="{89708F23-8D9A-4E42-BF7B-53C006656237}" type="sibTrans" cxnId="{9EBF8A7B-7A13-462D-BEA6-73F500A8D173}">
      <dgm:prSet/>
      <dgm:spPr/>
      <dgm:t>
        <a:bodyPr/>
        <a:lstStyle/>
        <a:p>
          <a:endParaRPr lang="en-US"/>
        </a:p>
      </dgm:t>
    </dgm:pt>
    <dgm:pt modelId="{6AC1365A-10EB-4CDD-9A9E-F3DEA092B802}">
      <dgm:prSet/>
      <dgm:spPr/>
      <dgm:t>
        <a:bodyPr/>
        <a:lstStyle/>
        <a:p>
          <a:r>
            <a:rPr lang="en-US" b="1"/>
            <a:t>Opportunities remain for additional export growth</a:t>
          </a:r>
          <a:r>
            <a:rPr lang="en-US"/>
            <a:t>, as gaps persist in certain sectors and markets.</a:t>
          </a:r>
        </a:p>
      </dgm:t>
    </dgm:pt>
    <dgm:pt modelId="{8E983428-DA3C-426A-ADC0-C707A8A4BEE0}" type="parTrans" cxnId="{EF3F24BA-34F1-4753-A90B-E6F961E6152A}">
      <dgm:prSet/>
      <dgm:spPr/>
      <dgm:t>
        <a:bodyPr/>
        <a:lstStyle/>
        <a:p>
          <a:endParaRPr lang="en-US"/>
        </a:p>
      </dgm:t>
    </dgm:pt>
    <dgm:pt modelId="{807965FF-3C24-4EF6-934B-443440EBD884}" type="sibTrans" cxnId="{EF3F24BA-34F1-4753-A90B-E6F961E6152A}">
      <dgm:prSet/>
      <dgm:spPr/>
      <dgm:t>
        <a:bodyPr/>
        <a:lstStyle/>
        <a:p>
          <a:endParaRPr lang="en-US"/>
        </a:p>
      </dgm:t>
    </dgm:pt>
    <dgm:pt modelId="{366169F4-2F93-4CAC-931C-2FDD4DF7EC79}">
      <dgm:prSet/>
      <dgm:spPr/>
      <dgm:t>
        <a:bodyPr/>
        <a:lstStyle/>
        <a:p>
          <a:r>
            <a:rPr lang="en-US" b="1"/>
            <a:t>Targeted improvements can be achieved by focusing on sectors where U.S. exports are growing but Ohio is lagging</a:t>
          </a:r>
          <a:r>
            <a:rPr lang="en-US"/>
            <a:t>, helping the state close performance gaps.</a:t>
          </a:r>
        </a:p>
      </dgm:t>
    </dgm:pt>
    <dgm:pt modelId="{01594D13-1140-4E68-BDE0-2DD225D66BC9}" type="parTrans" cxnId="{2FE90F05-9C7A-46BC-81F5-B5299D49D8A8}">
      <dgm:prSet/>
      <dgm:spPr/>
      <dgm:t>
        <a:bodyPr/>
        <a:lstStyle/>
        <a:p>
          <a:endParaRPr lang="en-US"/>
        </a:p>
      </dgm:t>
    </dgm:pt>
    <dgm:pt modelId="{17695F4E-33B8-414E-A122-2CB2DFFB7193}" type="sibTrans" cxnId="{2FE90F05-9C7A-46BC-81F5-B5299D49D8A8}">
      <dgm:prSet/>
      <dgm:spPr/>
      <dgm:t>
        <a:bodyPr/>
        <a:lstStyle/>
        <a:p>
          <a:endParaRPr lang="en-US"/>
        </a:p>
      </dgm:t>
    </dgm:pt>
    <dgm:pt modelId="{0EDAAE96-A2F3-48F8-B91F-9D949F13F9DA}">
      <dgm:prSet/>
      <dgm:spPr/>
      <dgm:t>
        <a:bodyPr/>
        <a:lstStyle/>
        <a:p>
          <a:r>
            <a:rPr lang="en-US" b="1"/>
            <a:t>Heavy reliance on Canada and Mexico introduces trade risks</a:t>
          </a:r>
          <a:r>
            <a:rPr lang="en-US"/>
            <a:t>; diversifying export destinations will enhance market stability and resilience.</a:t>
          </a:r>
        </a:p>
      </dgm:t>
    </dgm:pt>
    <dgm:pt modelId="{12F4E28A-4B4C-4313-8DF7-89BDD549B622}" type="parTrans" cxnId="{7216C726-CF9F-4E70-860B-009610F75463}">
      <dgm:prSet/>
      <dgm:spPr/>
      <dgm:t>
        <a:bodyPr/>
        <a:lstStyle/>
        <a:p>
          <a:endParaRPr lang="en-US"/>
        </a:p>
      </dgm:t>
    </dgm:pt>
    <dgm:pt modelId="{6CBD419C-9013-4652-B908-7793F07DA365}" type="sibTrans" cxnId="{7216C726-CF9F-4E70-860B-009610F75463}">
      <dgm:prSet/>
      <dgm:spPr/>
      <dgm:t>
        <a:bodyPr/>
        <a:lstStyle/>
        <a:p>
          <a:endParaRPr lang="en-US"/>
        </a:p>
      </dgm:t>
    </dgm:pt>
    <dgm:pt modelId="{EC457B80-7224-4EB1-A1CF-C1BF853364C9}">
      <dgm:prSet/>
      <dgm:spPr/>
      <dgm:t>
        <a:bodyPr/>
        <a:lstStyle/>
        <a:p>
          <a:r>
            <a:rPr lang="en-US" b="1"/>
            <a:t>High-potential markets such as Japan, Korea, and Germany present strong demand</a:t>
          </a:r>
          <a:r>
            <a:rPr lang="en-US"/>
            <a:t> for products that Ohio specializes in producing but is currently under-exporting.</a:t>
          </a:r>
        </a:p>
      </dgm:t>
    </dgm:pt>
    <dgm:pt modelId="{717B3DC3-8E8F-4F76-9FAE-C9D3D58F1EDA}" type="parTrans" cxnId="{3B4928FA-2CD6-424F-8A12-984AE9E19A6E}">
      <dgm:prSet/>
      <dgm:spPr/>
      <dgm:t>
        <a:bodyPr/>
        <a:lstStyle/>
        <a:p>
          <a:endParaRPr lang="en-US"/>
        </a:p>
      </dgm:t>
    </dgm:pt>
    <dgm:pt modelId="{FD666127-5CAD-492E-B599-7BE554399ED0}" type="sibTrans" cxnId="{3B4928FA-2CD6-424F-8A12-984AE9E19A6E}">
      <dgm:prSet/>
      <dgm:spPr/>
      <dgm:t>
        <a:bodyPr/>
        <a:lstStyle/>
        <a:p>
          <a:endParaRPr lang="en-US"/>
        </a:p>
      </dgm:t>
    </dgm:pt>
    <dgm:pt modelId="{02D24C54-4A68-467F-9081-35DA062EB981}" type="pres">
      <dgm:prSet presAssocID="{4334CD4D-00E5-47F0-8BDC-2E265F7F09C7}" presName="linear" presStyleCnt="0">
        <dgm:presLayoutVars>
          <dgm:animLvl val="lvl"/>
          <dgm:resizeHandles val="exact"/>
        </dgm:presLayoutVars>
      </dgm:prSet>
      <dgm:spPr/>
    </dgm:pt>
    <dgm:pt modelId="{C2DA5FB8-305A-46C6-9B85-FDD54CAF8D8C}" type="pres">
      <dgm:prSet presAssocID="{256BD4BD-19C9-44EC-A2E7-599AB1130E8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1A7C10A-D3AF-4508-8D0A-F5F4C4995CA1}" type="pres">
      <dgm:prSet presAssocID="{C9B56D72-F799-405A-A985-9331DFE20276}" presName="spacer" presStyleCnt="0"/>
      <dgm:spPr/>
    </dgm:pt>
    <dgm:pt modelId="{A3920727-D04E-434A-AF67-80C69A51CC06}" type="pres">
      <dgm:prSet presAssocID="{E7963EEC-F237-4C2A-B879-D7697916E84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7DE57E2-59B6-4356-B5ED-80A4E69A5ED3}" type="pres">
      <dgm:prSet presAssocID="{89708F23-8D9A-4E42-BF7B-53C006656237}" presName="spacer" presStyleCnt="0"/>
      <dgm:spPr/>
    </dgm:pt>
    <dgm:pt modelId="{2B669BEA-8489-400A-9998-5930353CE2E3}" type="pres">
      <dgm:prSet presAssocID="{6AC1365A-10EB-4CDD-9A9E-F3DEA092B80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D377C86-D120-4F6A-AA68-C48C66B620FF}" type="pres">
      <dgm:prSet presAssocID="{807965FF-3C24-4EF6-934B-443440EBD884}" presName="spacer" presStyleCnt="0"/>
      <dgm:spPr/>
    </dgm:pt>
    <dgm:pt modelId="{8363F856-5F2E-4940-A2DA-AE45515E8507}" type="pres">
      <dgm:prSet presAssocID="{366169F4-2F93-4CAC-931C-2FDD4DF7EC79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32BCB93-3215-465E-8BC2-01592A9A4611}" type="pres">
      <dgm:prSet presAssocID="{17695F4E-33B8-414E-A122-2CB2DFFB7193}" presName="spacer" presStyleCnt="0"/>
      <dgm:spPr/>
    </dgm:pt>
    <dgm:pt modelId="{B6B5D9FA-9645-4BAD-8BA4-44A07F54BFA3}" type="pres">
      <dgm:prSet presAssocID="{0EDAAE96-A2F3-48F8-B91F-9D949F13F9D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4D484F4-25B8-42EA-9681-F482AC504734}" type="pres">
      <dgm:prSet presAssocID="{6CBD419C-9013-4652-B908-7793F07DA365}" presName="spacer" presStyleCnt="0"/>
      <dgm:spPr/>
    </dgm:pt>
    <dgm:pt modelId="{F8EFF386-DA6C-4BB8-9F64-952BFE296FC4}" type="pres">
      <dgm:prSet presAssocID="{EC457B80-7224-4EB1-A1CF-C1BF853364C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FE90F05-9C7A-46BC-81F5-B5299D49D8A8}" srcId="{4334CD4D-00E5-47F0-8BDC-2E265F7F09C7}" destId="{366169F4-2F93-4CAC-931C-2FDD4DF7EC79}" srcOrd="3" destOrd="0" parTransId="{01594D13-1140-4E68-BDE0-2DD225D66BC9}" sibTransId="{17695F4E-33B8-414E-A122-2CB2DFFB7193}"/>
    <dgm:cxn modelId="{EC2EF215-6D59-4F02-AD88-2E1FC2F92B46}" type="presOf" srcId="{256BD4BD-19C9-44EC-A2E7-599AB1130E8A}" destId="{C2DA5FB8-305A-46C6-9B85-FDD54CAF8D8C}" srcOrd="0" destOrd="0" presId="urn:microsoft.com/office/officeart/2005/8/layout/vList2"/>
    <dgm:cxn modelId="{7216C726-CF9F-4E70-860B-009610F75463}" srcId="{4334CD4D-00E5-47F0-8BDC-2E265F7F09C7}" destId="{0EDAAE96-A2F3-48F8-B91F-9D949F13F9DA}" srcOrd="4" destOrd="0" parTransId="{12F4E28A-4B4C-4313-8DF7-89BDD549B622}" sibTransId="{6CBD419C-9013-4652-B908-7793F07DA365}"/>
    <dgm:cxn modelId="{B73FE733-8FEC-482D-B395-3BA793ECDE28}" type="presOf" srcId="{0EDAAE96-A2F3-48F8-B91F-9D949F13F9DA}" destId="{B6B5D9FA-9645-4BAD-8BA4-44A07F54BFA3}" srcOrd="0" destOrd="0" presId="urn:microsoft.com/office/officeart/2005/8/layout/vList2"/>
    <dgm:cxn modelId="{6428EB4E-C3D9-4AF8-9B4D-46BF4E3BB9EA}" type="presOf" srcId="{4334CD4D-00E5-47F0-8BDC-2E265F7F09C7}" destId="{02D24C54-4A68-467F-9081-35DA062EB981}" srcOrd="0" destOrd="0" presId="urn:microsoft.com/office/officeart/2005/8/layout/vList2"/>
    <dgm:cxn modelId="{064D8155-4EBC-4E82-A235-CBCFAABEE7EB}" type="presOf" srcId="{E7963EEC-F237-4C2A-B879-D7697916E849}" destId="{A3920727-D04E-434A-AF67-80C69A51CC06}" srcOrd="0" destOrd="0" presId="urn:microsoft.com/office/officeart/2005/8/layout/vList2"/>
    <dgm:cxn modelId="{5930CA57-82C8-47E8-A56C-D7D51C14748C}" type="presOf" srcId="{EC457B80-7224-4EB1-A1CF-C1BF853364C9}" destId="{F8EFF386-DA6C-4BB8-9F64-952BFE296FC4}" srcOrd="0" destOrd="0" presId="urn:microsoft.com/office/officeart/2005/8/layout/vList2"/>
    <dgm:cxn modelId="{9EBF8A7B-7A13-462D-BEA6-73F500A8D173}" srcId="{4334CD4D-00E5-47F0-8BDC-2E265F7F09C7}" destId="{E7963EEC-F237-4C2A-B879-D7697916E849}" srcOrd="1" destOrd="0" parTransId="{4503630B-9DF8-4D21-9F3C-0E070C9C3C82}" sibTransId="{89708F23-8D9A-4E42-BF7B-53C006656237}"/>
    <dgm:cxn modelId="{E49EBCAC-1AC5-4BB2-9CF2-A23355D1BF41}" type="presOf" srcId="{6AC1365A-10EB-4CDD-9A9E-F3DEA092B802}" destId="{2B669BEA-8489-400A-9998-5930353CE2E3}" srcOrd="0" destOrd="0" presId="urn:microsoft.com/office/officeart/2005/8/layout/vList2"/>
    <dgm:cxn modelId="{EF3F24BA-34F1-4753-A90B-E6F961E6152A}" srcId="{4334CD4D-00E5-47F0-8BDC-2E265F7F09C7}" destId="{6AC1365A-10EB-4CDD-9A9E-F3DEA092B802}" srcOrd="2" destOrd="0" parTransId="{8E983428-DA3C-426A-ADC0-C707A8A4BEE0}" sibTransId="{807965FF-3C24-4EF6-934B-443440EBD884}"/>
    <dgm:cxn modelId="{F32DECC2-DF71-4666-ABCF-A1B2860B035A}" srcId="{4334CD4D-00E5-47F0-8BDC-2E265F7F09C7}" destId="{256BD4BD-19C9-44EC-A2E7-599AB1130E8A}" srcOrd="0" destOrd="0" parTransId="{A47A467B-314D-4AF6-B144-5D3DC3B0E95E}" sibTransId="{C9B56D72-F799-405A-A985-9331DFE20276}"/>
    <dgm:cxn modelId="{69CD6BDF-607E-4A7F-A205-370CA93D7A7D}" type="presOf" srcId="{366169F4-2F93-4CAC-931C-2FDD4DF7EC79}" destId="{8363F856-5F2E-4940-A2DA-AE45515E8507}" srcOrd="0" destOrd="0" presId="urn:microsoft.com/office/officeart/2005/8/layout/vList2"/>
    <dgm:cxn modelId="{3B4928FA-2CD6-424F-8A12-984AE9E19A6E}" srcId="{4334CD4D-00E5-47F0-8BDC-2E265F7F09C7}" destId="{EC457B80-7224-4EB1-A1CF-C1BF853364C9}" srcOrd="5" destOrd="0" parTransId="{717B3DC3-8E8F-4F76-9FAE-C9D3D58F1EDA}" sibTransId="{FD666127-5CAD-492E-B599-7BE554399ED0}"/>
    <dgm:cxn modelId="{C5814A9F-4C58-477B-BFD4-79859F5A6933}" type="presParOf" srcId="{02D24C54-4A68-467F-9081-35DA062EB981}" destId="{C2DA5FB8-305A-46C6-9B85-FDD54CAF8D8C}" srcOrd="0" destOrd="0" presId="urn:microsoft.com/office/officeart/2005/8/layout/vList2"/>
    <dgm:cxn modelId="{86658170-DC80-46B0-A1DD-91C1F7D544C3}" type="presParOf" srcId="{02D24C54-4A68-467F-9081-35DA062EB981}" destId="{11A7C10A-D3AF-4508-8D0A-F5F4C4995CA1}" srcOrd="1" destOrd="0" presId="urn:microsoft.com/office/officeart/2005/8/layout/vList2"/>
    <dgm:cxn modelId="{34EDDC2A-9A25-46E7-986C-5405A2FD72CB}" type="presParOf" srcId="{02D24C54-4A68-467F-9081-35DA062EB981}" destId="{A3920727-D04E-434A-AF67-80C69A51CC06}" srcOrd="2" destOrd="0" presId="urn:microsoft.com/office/officeart/2005/8/layout/vList2"/>
    <dgm:cxn modelId="{0D49C158-A644-45F1-A0CE-88E1AA186530}" type="presParOf" srcId="{02D24C54-4A68-467F-9081-35DA062EB981}" destId="{C7DE57E2-59B6-4356-B5ED-80A4E69A5ED3}" srcOrd="3" destOrd="0" presId="urn:microsoft.com/office/officeart/2005/8/layout/vList2"/>
    <dgm:cxn modelId="{44BAA1B3-2A46-4D8E-8CF3-9B85CC4AE274}" type="presParOf" srcId="{02D24C54-4A68-467F-9081-35DA062EB981}" destId="{2B669BEA-8489-400A-9998-5930353CE2E3}" srcOrd="4" destOrd="0" presId="urn:microsoft.com/office/officeart/2005/8/layout/vList2"/>
    <dgm:cxn modelId="{2B32A4D0-1C96-4754-8FF5-ADF282D8643C}" type="presParOf" srcId="{02D24C54-4A68-467F-9081-35DA062EB981}" destId="{2D377C86-D120-4F6A-AA68-C48C66B620FF}" srcOrd="5" destOrd="0" presId="urn:microsoft.com/office/officeart/2005/8/layout/vList2"/>
    <dgm:cxn modelId="{4EC7AD16-1853-485B-9AE9-83A73444E20C}" type="presParOf" srcId="{02D24C54-4A68-467F-9081-35DA062EB981}" destId="{8363F856-5F2E-4940-A2DA-AE45515E8507}" srcOrd="6" destOrd="0" presId="urn:microsoft.com/office/officeart/2005/8/layout/vList2"/>
    <dgm:cxn modelId="{0A2796ED-1E33-4453-836E-3C5BB12D055C}" type="presParOf" srcId="{02D24C54-4A68-467F-9081-35DA062EB981}" destId="{C32BCB93-3215-465E-8BC2-01592A9A4611}" srcOrd="7" destOrd="0" presId="urn:microsoft.com/office/officeart/2005/8/layout/vList2"/>
    <dgm:cxn modelId="{BAB28556-627A-45D5-A085-D4E5D10095D4}" type="presParOf" srcId="{02D24C54-4A68-467F-9081-35DA062EB981}" destId="{B6B5D9FA-9645-4BAD-8BA4-44A07F54BFA3}" srcOrd="8" destOrd="0" presId="urn:microsoft.com/office/officeart/2005/8/layout/vList2"/>
    <dgm:cxn modelId="{754A68FD-5A30-4D8E-A668-5CA6394E9F5C}" type="presParOf" srcId="{02D24C54-4A68-467F-9081-35DA062EB981}" destId="{04D484F4-25B8-42EA-9681-F482AC504734}" srcOrd="9" destOrd="0" presId="urn:microsoft.com/office/officeart/2005/8/layout/vList2"/>
    <dgm:cxn modelId="{9C771373-138C-4CB3-87AA-8504E541B052}" type="presParOf" srcId="{02D24C54-4A68-467F-9081-35DA062EB981}" destId="{F8EFF386-DA6C-4BB8-9F64-952BFE296FC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0329B7E-3C88-46FE-B375-536869987DE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B3B3E3F-5412-4387-9ACB-AD3F5591863F}">
      <dgm:prSet/>
      <dgm:spPr/>
      <dgm:t>
        <a:bodyPr/>
        <a:lstStyle/>
        <a:p>
          <a:r>
            <a:rPr lang="en-US"/>
            <a:t>Generating Insights from Different Data Sources</a:t>
          </a:r>
        </a:p>
      </dgm:t>
    </dgm:pt>
    <dgm:pt modelId="{7A1BAF7D-8A07-4900-9095-92E5FBB3EE17}" type="parTrans" cxnId="{B50B2AF5-D4E9-479C-B7F3-E7D18C66BC57}">
      <dgm:prSet/>
      <dgm:spPr/>
      <dgm:t>
        <a:bodyPr/>
        <a:lstStyle/>
        <a:p>
          <a:endParaRPr lang="en-US"/>
        </a:p>
      </dgm:t>
    </dgm:pt>
    <dgm:pt modelId="{B4862085-8C9D-45E4-8C7B-96AE86B08C92}" type="sibTrans" cxnId="{B50B2AF5-D4E9-479C-B7F3-E7D18C66BC57}">
      <dgm:prSet/>
      <dgm:spPr/>
      <dgm:t>
        <a:bodyPr/>
        <a:lstStyle/>
        <a:p>
          <a:endParaRPr lang="en-US"/>
        </a:p>
      </dgm:t>
    </dgm:pt>
    <dgm:pt modelId="{FD1280BC-77F0-42D3-81AB-FB09F8065161}">
      <dgm:prSet/>
      <dgm:spPr/>
      <dgm:t>
        <a:bodyPr/>
        <a:lstStyle/>
        <a:p>
          <a:r>
            <a:rPr lang="en-US"/>
            <a:t>Finding Sectors with High Potential and Possibility for Growth</a:t>
          </a:r>
        </a:p>
      </dgm:t>
    </dgm:pt>
    <dgm:pt modelId="{0CA37D0A-1614-42EB-A7CA-025C33C677D0}" type="parTrans" cxnId="{9B33848A-25D1-4E1A-80D7-4990782164AE}">
      <dgm:prSet/>
      <dgm:spPr/>
      <dgm:t>
        <a:bodyPr/>
        <a:lstStyle/>
        <a:p>
          <a:endParaRPr lang="en-US"/>
        </a:p>
      </dgm:t>
    </dgm:pt>
    <dgm:pt modelId="{54B1D3A7-71EC-487B-BE36-7F8B2324E0AD}" type="sibTrans" cxnId="{9B33848A-25D1-4E1A-80D7-4990782164AE}">
      <dgm:prSet/>
      <dgm:spPr/>
      <dgm:t>
        <a:bodyPr/>
        <a:lstStyle/>
        <a:p>
          <a:endParaRPr lang="en-US"/>
        </a:p>
      </dgm:t>
    </dgm:pt>
    <dgm:pt modelId="{CD40D758-0218-49FD-94BC-2C7DDBC57C8B}">
      <dgm:prSet/>
      <dgm:spPr/>
      <dgm:t>
        <a:bodyPr/>
        <a:lstStyle/>
        <a:p>
          <a:r>
            <a:rPr lang="en-US"/>
            <a:t>Identifying Declining Sectors/Sectors not keeping up</a:t>
          </a:r>
        </a:p>
      </dgm:t>
    </dgm:pt>
    <dgm:pt modelId="{27A63190-B885-4B26-82E3-28F0F40B4670}" type="parTrans" cxnId="{75AD7290-38BA-4AC9-91FA-F257DBD3E8D2}">
      <dgm:prSet/>
      <dgm:spPr/>
      <dgm:t>
        <a:bodyPr/>
        <a:lstStyle/>
        <a:p>
          <a:endParaRPr lang="en-US"/>
        </a:p>
      </dgm:t>
    </dgm:pt>
    <dgm:pt modelId="{40C33C3B-CE99-44BB-995F-CAFE13F9B5C6}" type="sibTrans" cxnId="{75AD7290-38BA-4AC9-91FA-F257DBD3E8D2}">
      <dgm:prSet/>
      <dgm:spPr/>
      <dgm:t>
        <a:bodyPr/>
        <a:lstStyle/>
        <a:p>
          <a:endParaRPr lang="en-US"/>
        </a:p>
      </dgm:t>
    </dgm:pt>
    <dgm:pt modelId="{174859C8-4231-41DB-A26A-1B60F83BA8BE}">
      <dgm:prSet/>
      <dgm:spPr/>
      <dgm:t>
        <a:bodyPr/>
        <a:lstStyle/>
        <a:p>
          <a:r>
            <a:rPr lang="en-US"/>
            <a:t>Identifying Regional Demands &amp; Export Potential</a:t>
          </a:r>
        </a:p>
      </dgm:t>
    </dgm:pt>
    <dgm:pt modelId="{0E5958AC-F16D-45E3-BAA5-32BB68A08685}" type="parTrans" cxnId="{9E86C782-1C84-4496-8159-DC805356F8DC}">
      <dgm:prSet/>
      <dgm:spPr/>
      <dgm:t>
        <a:bodyPr/>
        <a:lstStyle/>
        <a:p>
          <a:endParaRPr lang="en-US"/>
        </a:p>
      </dgm:t>
    </dgm:pt>
    <dgm:pt modelId="{61834520-ED35-498E-9DEB-FBC622EB5DA1}" type="sibTrans" cxnId="{9E86C782-1C84-4496-8159-DC805356F8DC}">
      <dgm:prSet/>
      <dgm:spPr/>
      <dgm:t>
        <a:bodyPr/>
        <a:lstStyle/>
        <a:p>
          <a:endParaRPr lang="en-US"/>
        </a:p>
      </dgm:t>
    </dgm:pt>
    <dgm:pt modelId="{50628C36-6B1E-4012-9EA6-881CB656D7F8}">
      <dgm:prSet/>
      <dgm:spPr/>
      <dgm:t>
        <a:bodyPr/>
        <a:lstStyle/>
        <a:p>
          <a:r>
            <a:rPr lang="en-US" dirty="0"/>
            <a:t>Real Time Insights &amp; Alerts using API’s</a:t>
          </a:r>
        </a:p>
      </dgm:t>
    </dgm:pt>
    <dgm:pt modelId="{58CC0F74-37F4-4F0A-908F-57106A549B93}" type="parTrans" cxnId="{3A04F163-F9AB-40DF-B318-E9B163948B5A}">
      <dgm:prSet/>
      <dgm:spPr/>
      <dgm:t>
        <a:bodyPr/>
        <a:lstStyle/>
        <a:p>
          <a:endParaRPr lang="en-US"/>
        </a:p>
      </dgm:t>
    </dgm:pt>
    <dgm:pt modelId="{71C3B282-B7CD-4104-928D-71088393CBFA}" type="sibTrans" cxnId="{3A04F163-F9AB-40DF-B318-E9B163948B5A}">
      <dgm:prSet/>
      <dgm:spPr/>
      <dgm:t>
        <a:bodyPr/>
        <a:lstStyle/>
        <a:p>
          <a:endParaRPr lang="en-US"/>
        </a:p>
      </dgm:t>
    </dgm:pt>
    <dgm:pt modelId="{1C70EFC3-7E0B-46EA-8DEF-B7415749DA14}">
      <dgm:prSet/>
      <dgm:spPr/>
      <dgm:t>
        <a:bodyPr/>
        <a:lstStyle/>
        <a:p>
          <a:r>
            <a:rPr lang="en-US"/>
            <a:t>Real Time Communication with Clients</a:t>
          </a:r>
        </a:p>
      </dgm:t>
    </dgm:pt>
    <dgm:pt modelId="{51CA8E6C-0364-46DC-B8CC-6860CD45E71E}" type="parTrans" cxnId="{957A4D81-E513-487F-90B8-347711128567}">
      <dgm:prSet/>
      <dgm:spPr/>
      <dgm:t>
        <a:bodyPr/>
        <a:lstStyle/>
        <a:p>
          <a:endParaRPr lang="en-US"/>
        </a:p>
      </dgm:t>
    </dgm:pt>
    <dgm:pt modelId="{A12D9A99-EFEB-436B-8502-BBDDF394F16F}" type="sibTrans" cxnId="{957A4D81-E513-487F-90B8-347711128567}">
      <dgm:prSet/>
      <dgm:spPr/>
      <dgm:t>
        <a:bodyPr/>
        <a:lstStyle/>
        <a:p>
          <a:endParaRPr lang="en-US"/>
        </a:p>
      </dgm:t>
    </dgm:pt>
    <dgm:pt modelId="{659480B5-C5EA-4BC5-BB2A-D47980DC4259}" type="pres">
      <dgm:prSet presAssocID="{80329B7E-3C88-46FE-B375-536869987DE0}" presName="root" presStyleCnt="0">
        <dgm:presLayoutVars>
          <dgm:dir/>
          <dgm:resizeHandles val="exact"/>
        </dgm:presLayoutVars>
      </dgm:prSet>
      <dgm:spPr/>
    </dgm:pt>
    <dgm:pt modelId="{17C56100-E1CA-4D97-BB4E-7B1FBF0E3A97}" type="pres">
      <dgm:prSet presAssocID="{5B3B3E3F-5412-4387-9ACB-AD3F5591863F}" presName="compNode" presStyleCnt="0"/>
      <dgm:spPr/>
    </dgm:pt>
    <dgm:pt modelId="{F404FACD-CAAF-49CD-BCB2-C9D208B651A8}" type="pres">
      <dgm:prSet presAssocID="{5B3B3E3F-5412-4387-9ACB-AD3F5591863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A0A0219-1E9B-4133-98F6-FFE23CC80EAD}" type="pres">
      <dgm:prSet presAssocID="{5B3B3E3F-5412-4387-9ACB-AD3F5591863F}" presName="spaceRect" presStyleCnt="0"/>
      <dgm:spPr/>
    </dgm:pt>
    <dgm:pt modelId="{64FE0C78-30C9-437B-A49D-EBD6178139DA}" type="pres">
      <dgm:prSet presAssocID="{5B3B3E3F-5412-4387-9ACB-AD3F5591863F}" presName="textRect" presStyleLbl="revTx" presStyleIdx="0" presStyleCnt="6">
        <dgm:presLayoutVars>
          <dgm:chMax val="1"/>
          <dgm:chPref val="1"/>
        </dgm:presLayoutVars>
      </dgm:prSet>
      <dgm:spPr/>
    </dgm:pt>
    <dgm:pt modelId="{38D621DF-DF18-4C01-9A6E-13327CB04F4B}" type="pres">
      <dgm:prSet presAssocID="{B4862085-8C9D-45E4-8C7B-96AE86B08C92}" presName="sibTrans" presStyleCnt="0"/>
      <dgm:spPr/>
    </dgm:pt>
    <dgm:pt modelId="{012CF420-8E33-4D37-8447-C9AD5613590A}" type="pres">
      <dgm:prSet presAssocID="{FD1280BC-77F0-42D3-81AB-FB09F8065161}" presName="compNode" presStyleCnt="0"/>
      <dgm:spPr/>
    </dgm:pt>
    <dgm:pt modelId="{55A5E190-7C82-4BBA-AB97-1215996402DB}" type="pres">
      <dgm:prSet presAssocID="{FD1280BC-77F0-42D3-81AB-FB09F806516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9A5892A-84CC-458D-8BEE-F877249D6B58}" type="pres">
      <dgm:prSet presAssocID="{FD1280BC-77F0-42D3-81AB-FB09F8065161}" presName="spaceRect" presStyleCnt="0"/>
      <dgm:spPr/>
    </dgm:pt>
    <dgm:pt modelId="{94D4C1A4-6C82-4D07-A191-641ACF7CF995}" type="pres">
      <dgm:prSet presAssocID="{FD1280BC-77F0-42D3-81AB-FB09F8065161}" presName="textRect" presStyleLbl="revTx" presStyleIdx="1" presStyleCnt="6">
        <dgm:presLayoutVars>
          <dgm:chMax val="1"/>
          <dgm:chPref val="1"/>
        </dgm:presLayoutVars>
      </dgm:prSet>
      <dgm:spPr/>
    </dgm:pt>
    <dgm:pt modelId="{4D583238-A74D-444A-B6E9-BF6196EDEB20}" type="pres">
      <dgm:prSet presAssocID="{54B1D3A7-71EC-487B-BE36-7F8B2324E0AD}" presName="sibTrans" presStyleCnt="0"/>
      <dgm:spPr/>
    </dgm:pt>
    <dgm:pt modelId="{55D85BAC-F277-40CD-B574-08D4728EBC6D}" type="pres">
      <dgm:prSet presAssocID="{CD40D758-0218-49FD-94BC-2C7DDBC57C8B}" presName="compNode" presStyleCnt="0"/>
      <dgm:spPr/>
    </dgm:pt>
    <dgm:pt modelId="{1A59257E-A2BD-48BC-AE49-CF998106ED21}" type="pres">
      <dgm:prSet presAssocID="{CD40D758-0218-49FD-94BC-2C7DDBC57C8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C80DB0DC-64BE-471B-8B60-6DB37E60DA76}" type="pres">
      <dgm:prSet presAssocID="{CD40D758-0218-49FD-94BC-2C7DDBC57C8B}" presName="spaceRect" presStyleCnt="0"/>
      <dgm:spPr/>
    </dgm:pt>
    <dgm:pt modelId="{AC343144-A94D-4F43-8EDE-344CFCC1C01A}" type="pres">
      <dgm:prSet presAssocID="{CD40D758-0218-49FD-94BC-2C7DDBC57C8B}" presName="textRect" presStyleLbl="revTx" presStyleIdx="2" presStyleCnt="6">
        <dgm:presLayoutVars>
          <dgm:chMax val="1"/>
          <dgm:chPref val="1"/>
        </dgm:presLayoutVars>
      </dgm:prSet>
      <dgm:spPr/>
    </dgm:pt>
    <dgm:pt modelId="{5ADEC36A-BFA4-4193-ABA9-C6A0F86EAB36}" type="pres">
      <dgm:prSet presAssocID="{40C33C3B-CE99-44BB-995F-CAFE13F9B5C6}" presName="sibTrans" presStyleCnt="0"/>
      <dgm:spPr/>
    </dgm:pt>
    <dgm:pt modelId="{54CECFBD-BEE0-4B1C-89DF-9CA93E456153}" type="pres">
      <dgm:prSet presAssocID="{174859C8-4231-41DB-A26A-1B60F83BA8BE}" presName="compNode" presStyleCnt="0"/>
      <dgm:spPr/>
    </dgm:pt>
    <dgm:pt modelId="{ED54F972-29A8-4682-971E-BB2818C722E7}" type="pres">
      <dgm:prSet presAssocID="{174859C8-4231-41DB-A26A-1B60F83BA8B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Europe-Africa"/>
        </a:ext>
      </dgm:extLst>
    </dgm:pt>
    <dgm:pt modelId="{C1824740-CA28-4657-96F8-9FDDA6B11939}" type="pres">
      <dgm:prSet presAssocID="{174859C8-4231-41DB-A26A-1B60F83BA8BE}" presName="spaceRect" presStyleCnt="0"/>
      <dgm:spPr/>
    </dgm:pt>
    <dgm:pt modelId="{F41C79EC-66C9-46B8-ACB2-EC8732F29111}" type="pres">
      <dgm:prSet presAssocID="{174859C8-4231-41DB-A26A-1B60F83BA8BE}" presName="textRect" presStyleLbl="revTx" presStyleIdx="3" presStyleCnt="6">
        <dgm:presLayoutVars>
          <dgm:chMax val="1"/>
          <dgm:chPref val="1"/>
        </dgm:presLayoutVars>
      </dgm:prSet>
      <dgm:spPr/>
    </dgm:pt>
    <dgm:pt modelId="{9E69D59E-AAEB-48F4-835B-AD46F126E366}" type="pres">
      <dgm:prSet presAssocID="{61834520-ED35-498E-9DEB-FBC622EB5DA1}" presName="sibTrans" presStyleCnt="0"/>
      <dgm:spPr/>
    </dgm:pt>
    <dgm:pt modelId="{00B36CF1-923F-4EA0-9004-40899F16463C}" type="pres">
      <dgm:prSet presAssocID="{50628C36-6B1E-4012-9EA6-881CB656D7F8}" presName="compNode" presStyleCnt="0"/>
      <dgm:spPr/>
    </dgm:pt>
    <dgm:pt modelId="{C479E463-9E3D-441E-B3A0-962557E07FEA}" type="pres">
      <dgm:prSet presAssocID="{50628C36-6B1E-4012-9EA6-881CB656D7F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16C19AE-5BDC-4A2C-BBA6-07E777A53EA3}" type="pres">
      <dgm:prSet presAssocID="{50628C36-6B1E-4012-9EA6-881CB656D7F8}" presName="spaceRect" presStyleCnt="0"/>
      <dgm:spPr/>
    </dgm:pt>
    <dgm:pt modelId="{663F0B6B-8679-4EB6-8240-B562CF18502F}" type="pres">
      <dgm:prSet presAssocID="{50628C36-6B1E-4012-9EA6-881CB656D7F8}" presName="textRect" presStyleLbl="revTx" presStyleIdx="4" presStyleCnt="6">
        <dgm:presLayoutVars>
          <dgm:chMax val="1"/>
          <dgm:chPref val="1"/>
        </dgm:presLayoutVars>
      </dgm:prSet>
      <dgm:spPr/>
    </dgm:pt>
    <dgm:pt modelId="{EA94C729-92DA-485D-B4A7-5AE8A8AD3A16}" type="pres">
      <dgm:prSet presAssocID="{71C3B282-B7CD-4104-928D-71088393CBFA}" presName="sibTrans" presStyleCnt="0"/>
      <dgm:spPr/>
    </dgm:pt>
    <dgm:pt modelId="{EA8AB679-2A00-4FD5-9360-64D98BE26EC6}" type="pres">
      <dgm:prSet presAssocID="{1C70EFC3-7E0B-46EA-8DEF-B7415749DA14}" presName="compNode" presStyleCnt="0"/>
      <dgm:spPr/>
    </dgm:pt>
    <dgm:pt modelId="{124682F5-FC5A-49C1-9866-EF8B8CA1BF31}" type="pres">
      <dgm:prSet presAssocID="{1C70EFC3-7E0B-46EA-8DEF-B7415749DA1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3FBDCFA3-B100-4AF6-84AB-12701A22F090}" type="pres">
      <dgm:prSet presAssocID="{1C70EFC3-7E0B-46EA-8DEF-B7415749DA14}" presName="spaceRect" presStyleCnt="0"/>
      <dgm:spPr/>
    </dgm:pt>
    <dgm:pt modelId="{ED2F3D36-3677-4601-8462-1747568AB677}" type="pres">
      <dgm:prSet presAssocID="{1C70EFC3-7E0B-46EA-8DEF-B7415749DA14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16B1828-7768-4470-B1CE-E378108E0BCB}" type="presOf" srcId="{5B3B3E3F-5412-4387-9ACB-AD3F5591863F}" destId="{64FE0C78-30C9-437B-A49D-EBD6178139DA}" srcOrd="0" destOrd="0" presId="urn:microsoft.com/office/officeart/2018/2/layout/IconLabelList"/>
    <dgm:cxn modelId="{7535A232-2687-4D27-9E2D-CDF8FC923989}" type="presOf" srcId="{CD40D758-0218-49FD-94BC-2C7DDBC57C8B}" destId="{AC343144-A94D-4F43-8EDE-344CFCC1C01A}" srcOrd="0" destOrd="0" presId="urn:microsoft.com/office/officeart/2018/2/layout/IconLabelList"/>
    <dgm:cxn modelId="{6E3D543E-1B16-43D3-B724-4F6BEE3AA5B0}" type="presOf" srcId="{FD1280BC-77F0-42D3-81AB-FB09F8065161}" destId="{94D4C1A4-6C82-4D07-A191-641ACF7CF995}" srcOrd="0" destOrd="0" presId="urn:microsoft.com/office/officeart/2018/2/layout/IconLabelList"/>
    <dgm:cxn modelId="{3A04F163-F9AB-40DF-B318-E9B163948B5A}" srcId="{80329B7E-3C88-46FE-B375-536869987DE0}" destId="{50628C36-6B1E-4012-9EA6-881CB656D7F8}" srcOrd="4" destOrd="0" parTransId="{58CC0F74-37F4-4F0A-908F-57106A549B93}" sibTransId="{71C3B282-B7CD-4104-928D-71088393CBFA}"/>
    <dgm:cxn modelId="{1539956E-EBDB-4EAC-AC5E-A8A798D82F65}" type="presOf" srcId="{80329B7E-3C88-46FE-B375-536869987DE0}" destId="{659480B5-C5EA-4BC5-BB2A-D47980DC4259}" srcOrd="0" destOrd="0" presId="urn:microsoft.com/office/officeart/2018/2/layout/IconLabelList"/>
    <dgm:cxn modelId="{957A4D81-E513-487F-90B8-347711128567}" srcId="{80329B7E-3C88-46FE-B375-536869987DE0}" destId="{1C70EFC3-7E0B-46EA-8DEF-B7415749DA14}" srcOrd="5" destOrd="0" parTransId="{51CA8E6C-0364-46DC-B8CC-6860CD45E71E}" sibTransId="{A12D9A99-EFEB-436B-8502-BBDDF394F16F}"/>
    <dgm:cxn modelId="{9E86C782-1C84-4496-8159-DC805356F8DC}" srcId="{80329B7E-3C88-46FE-B375-536869987DE0}" destId="{174859C8-4231-41DB-A26A-1B60F83BA8BE}" srcOrd="3" destOrd="0" parTransId="{0E5958AC-F16D-45E3-BAA5-32BB68A08685}" sibTransId="{61834520-ED35-498E-9DEB-FBC622EB5DA1}"/>
    <dgm:cxn modelId="{9B33848A-25D1-4E1A-80D7-4990782164AE}" srcId="{80329B7E-3C88-46FE-B375-536869987DE0}" destId="{FD1280BC-77F0-42D3-81AB-FB09F8065161}" srcOrd="1" destOrd="0" parTransId="{0CA37D0A-1614-42EB-A7CA-025C33C677D0}" sibTransId="{54B1D3A7-71EC-487B-BE36-7F8B2324E0AD}"/>
    <dgm:cxn modelId="{75AD7290-38BA-4AC9-91FA-F257DBD3E8D2}" srcId="{80329B7E-3C88-46FE-B375-536869987DE0}" destId="{CD40D758-0218-49FD-94BC-2C7DDBC57C8B}" srcOrd="2" destOrd="0" parTransId="{27A63190-B885-4B26-82E3-28F0F40B4670}" sibTransId="{40C33C3B-CE99-44BB-995F-CAFE13F9B5C6}"/>
    <dgm:cxn modelId="{0B4A5F92-5509-4A40-83FA-8AB80B95BF8D}" type="presOf" srcId="{50628C36-6B1E-4012-9EA6-881CB656D7F8}" destId="{663F0B6B-8679-4EB6-8240-B562CF18502F}" srcOrd="0" destOrd="0" presId="urn:microsoft.com/office/officeart/2018/2/layout/IconLabelList"/>
    <dgm:cxn modelId="{60131C99-F066-45A5-A880-1F14D15BB4D6}" type="presOf" srcId="{1C70EFC3-7E0B-46EA-8DEF-B7415749DA14}" destId="{ED2F3D36-3677-4601-8462-1747568AB677}" srcOrd="0" destOrd="0" presId="urn:microsoft.com/office/officeart/2018/2/layout/IconLabelList"/>
    <dgm:cxn modelId="{EC16DB9A-516F-49E3-A76A-297F67D1DC1C}" type="presOf" srcId="{174859C8-4231-41DB-A26A-1B60F83BA8BE}" destId="{F41C79EC-66C9-46B8-ACB2-EC8732F29111}" srcOrd="0" destOrd="0" presId="urn:microsoft.com/office/officeart/2018/2/layout/IconLabelList"/>
    <dgm:cxn modelId="{B50B2AF5-D4E9-479C-B7F3-E7D18C66BC57}" srcId="{80329B7E-3C88-46FE-B375-536869987DE0}" destId="{5B3B3E3F-5412-4387-9ACB-AD3F5591863F}" srcOrd="0" destOrd="0" parTransId="{7A1BAF7D-8A07-4900-9095-92E5FBB3EE17}" sibTransId="{B4862085-8C9D-45E4-8C7B-96AE86B08C92}"/>
    <dgm:cxn modelId="{76B550FB-718D-4D94-8307-4E657EF75A0C}" type="presParOf" srcId="{659480B5-C5EA-4BC5-BB2A-D47980DC4259}" destId="{17C56100-E1CA-4D97-BB4E-7B1FBF0E3A97}" srcOrd="0" destOrd="0" presId="urn:microsoft.com/office/officeart/2018/2/layout/IconLabelList"/>
    <dgm:cxn modelId="{A941D714-EB27-4AD9-AF22-298E50350263}" type="presParOf" srcId="{17C56100-E1CA-4D97-BB4E-7B1FBF0E3A97}" destId="{F404FACD-CAAF-49CD-BCB2-C9D208B651A8}" srcOrd="0" destOrd="0" presId="urn:microsoft.com/office/officeart/2018/2/layout/IconLabelList"/>
    <dgm:cxn modelId="{1DACB9AD-0A79-4D10-97BA-B1AE00815E48}" type="presParOf" srcId="{17C56100-E1CA-4D97-BB4E-7B1FBF0E3A97}" destId="{2A0A0219-1E9B-4133-98F6-FFE23CC80EAD}" srcOrd="1" destOrd="0" presId="urn:microsoft.com/office/officeart/2018/2/layout/IconLabelList"/>
    <dgm:cxn modelId="{9F245E29-AB8F-4093-A6FC-0035AC5BFB15}" type="presParOf" srcId="{17C56100-E1CA-4D97-BB4E-7B1FBF0E3A97}" destId="{64FE0C78-30C9-437B-A49D-EBD6178139DA}" srcOrd="2" destOrd="0" presId="urn:microsoft.com/office/officeart/2018/2/layout/IconLabelList"/>
    <dgm:cxn modelId="{370C0FD2-FF17-4629-94EF-2D59E18B21C3}" type="presParOf" srcId="{659480B5-C5EA-4BC5-BB2A-D47980DC4259}" destId="{38D621DF-DF18-4C01-9A6E-13327CB04F4B}" srcOrd="1" destOrd="0" presId="urn:microsoft.com/office/officeart/2018/2/layout/IconLabelList"/>
    <dgm:cxn modelId="{60FA4890-68E8-4F73-90A3-6383018DFD69}" type="presParOf" srcId="{659480B5-C5EA-4BC5-BB2A-D47980DC4259}" destId="{012CF420-8E33-4D37-8447-C9AD5613590A}" srcOrd="2" destOrd="0" presId="urn:microsoft.com/office/officeart/2018/2/layout/IconLabelList"/>
    <dgm:cxn modelId="{EA0F3A16-F948-4DFE-B2C0-D36C7629EE56}" type="presParOf" srcId="{012CF420-8E33-4D37-8447-C9AD5613590A}" destId="{55A5E190-7C82-4BBA-AB97-1215996402DB}" srcOrd="0" destOrd="0" presId="urn:microsoft.com/office/officeart/2018/2/layout/IconLabelList"/>
    <dgm:cxn modelId="{76075050-E5E0-43A7-BC83-32ACFF703262}" type="presParOf" srcId="{012CF420-8E33-4D37-8447-C9AD5613590A}" destId="{69A5892A-84CC-458D-8BEE-F877249D6B58}" srcOrd="1" destOrd="0" presId="urn:microsoft.com/office/officeart/2018/2/layout/IconLabelList"/>
    <dgm:cxn modelId="{3333831A-94F4-419D-B077-C10F5629D843}" type="presParOf" srcId="{012CF420-8E33-4D37-8447-C9AD5613590A}" destId="{94D4C1A4-6C82-4D07-A191-641ACF7CF995}" srcOrd="2" destOrd="0" presId="urn:microsoft.com/office/officeart/2018/2/layout/IconLabelList"/>
    <dgm:cxn modelId="{B5AED1AC-6B23-4C31-B5E2-21D13DDCBBC9}" type="presParOf" srcId="{659480B5-C5EA-4BC5-BB2A-D47980DC4259}" destId="{4D583238-A74D-444A-B6E9-BF6196EDEB20}" srcOrd="3" destOrd="0" presId="urn:microsoft.com/office/officeart/2018/2/layout/IconLabelList"/>
    <dgm:cxn modelId="{E885EBD4-7297-41F7-B302-98CF880F161D}" type="presParOf" srcId="{659480B5-C5EA-4BC5-BB2A-D47980DC4259}" destId="{55D85BAC-F277-40CD-B574-08D4728EBC6D}" srcOrd="4" destOrd="0" presId="urn:microsoft.com/office/officeart/2018/2/layout/IconLabelList"/>
    <dgm:cxn modelId="{01920901-A34B-4185-BE23-F48BADE1807A}" type="presParOf" srcId="{55D85BAC-F277-40CD-B574-08D4728EBC6D}" destId="{1A59257E-A2BD-48BC-AE49-CF998106ED21}" srcOrd="0" destOrd="0" presId="urn:microsoft.com/office/officeart/2018/2/layout/IconLabelList"/>
    <dgm:cxn modelId="{D3A3534B-BBB6-4F0C-AD54-E1C90924B35C}" type="presParOf" srcId="{55D85BAC-F277-40CD-B574-08D4728EBC6D}" destId="{C80DB0DC-64BE-471B-8B60-6DB37E60DA76}" srcOrd="1" destOrd="0" presId="urn:microsoft.com/office/officeart/2018/2/layout/IconLabelList"/>
    <dgm:cxn modelId="{2B651E1A-CC37-4414-A64B-2A29C45AD091}" type="presParOf" srcId="{55D85BAC-F277-40CD-B574-08D4728EBC6D}" destId="{AC343144-A94D-4F43-8EDE-344CFCC1C01A}" srcOrd="2" destOrd="0" presId="urn:microsoft.com/office/officeart/2018/2/layout/IconLabelList"/>
    <dgm:cxn modelId="{B7C20ED1-2C4B-44FC-928C-FFC55A690E1D}" type="presParOf" srcId="{659480B5-C5EA-4BC5-BB2A-D47980DC4259}" destId="{5ADEC36A-BFA4-4193-ABA9-C6A0F86EAB36}" srcOrd="5" destOrd="0" presId="urn:microsoft.com/office/officeart/2018/2/layout/IconLabelList"/>
    <dgm:cxn modelId="{406D64DA-430C-4BF9-BBCF-1820520ECB11}" type="presParOf" srcId="{659480B5-C5EA-4BC5-BB2A-D47980DC4259}" destId="{54CECFBD-BEE0-4B1C-89DF-9CA93E456153}" srcOrd="6" destOrd="0" presId="urn:microsoft.com/office/officeart/2018/2/layout/IconLabelList"/>
    <dgm:cxn modelId="{8A91C81C-5FB0-463F-BE1B-74B40303492A}" type="presParOf" srcId="{54CECFBD-BEE0-4B1C-89DF-9CA93E456153}" destId="{ED54F972-29A8-4682-971E-BB2818C722E7}" srcOrd="0" destOrd="0" presId="urn:microsoft.com/office/officeart/2018/2/layout/IconLabelList"/>
    <dgm:cxn modelId="{08E38FC4-0FD3-4602-9112-C1A5FD13068E}" type="presParOf" srcId="{54CECFBD-BEE0-4B1C-89DF-9CA93E456153}" destId="{C1824740-CA28-4657-96F8-9FDDA6B11939}" srcOrd="1" destOrd="0" presId="urn:microsoft.com/office/officeart/2018/2/layout/IconLabelList"/>
    <dgm:cxn modelId="{2D7DD261-1F9D-4808-A1A7-1212D07BE89B}" type="presParOf" srcId="{54CECFBD-BEE0-4B1C-89DF-9CA93E456153}" destId="{F41C79EC-66C9-46B8-ACB2-EC8732F29111}" srcOrd="2" destOrd="0" presId="urn:microsoft.com/office/officeart/2018/2/layout/IconLabelList"/>
    <dgm:cxn modelId="{C3E202FE-FB12-4E1C-8C59-85CA620DA8B8}" type="presParOf" srcId="{659480B5-C5EA-4BC5-BB2A-D47980DC4259}" destId="{9E69D59E-AAEB-48F4-835B-AD46F126E366}" srcOrd="7" destOrd="0" presId="urn:microsoft.com/office/officeart/2018/2/layout/IconLabelList"/>
    <dgm:cxn modelId="{A1928DD9-7698-4743-98C8-42778581081B}" type="presParOf" srcId="{659480B5-C5EA-4BC5-BB2A-D47980DC4259}" destId="{00B36CF1-923F-4EA0-9004-40899F16463C}" srcOrd="8" destOrd="0" presId="urn:microsoft.com/office/officeart/2018/2/layout/IconLabelList"/>
    <dgm:cxn modelId="{B4E24EE7-0585-487C-A3AE-5765FF8DDFD1}" type="presParOf" srcId="{00B36CF1-923F-4EA0-9004-40899F16463C}" destId="{C479E463-9E3D-441E-B3A0-962557E07FEA}" srcOrd="0" destOrd="0" presId="urn:microsoft.com/office/officeart/2018/2/layout/IconLabelList"/>
    <dgm:cxn modelId="{095EF6EB-664D-4141-A64D-296258A656C5}" type="presParOf" srcId="{00B36CF1-923F-4EA0-9004-40899F16463C}" destId="{716C19AE-5BDC-4A2C-BBA6-07E777A53EA3}" srcOrd="1" destOrd="0" presId="urn:microsoft.com/office/officeart/2018/2/layout/IconLabelList"/>
    <dgm:cxn modelId="{0F55F557-10EB-4B69-AF5E-BBD4128D9AF6}" type="presParOf" srcId="{00B36CF1-923F-4EA0-9004-40899F16463C}" destId="{663F0B6B-8679-4EB6-8240-B562CF18502F}" srcOrd="2" destOrd="0" presId="urn:microsoft.com/office/officeart/2018/2/layout/IconLabelList"/>
    <dgm:cxn modelId="{697FF9EE-0275-4138-B336-8CFC17D3CC7D}" type="presParOf" srcId="{659480B5-C5EA-4BC5-BB2A-D47980DC4259}" destId="{EA94C729-92DA-485D-B4A7-5AE8A8AD3A16}" srcOrd="9" destOrd="0" presId="urn:microsoft.com/office/officeart/2018/2/layout/IconLabelList"/>
    <dgm:cxn modelId="{F5096BDF-3478-4D41-A8A4-4CA82B33A0A3}" type="presParOf" srcId="{659480B5-C5EA-4BC5-BB2A-D47980DC4259}" destId="{EA8AB679-2A00-4FD5-9360-64D98BE26EC6}" srcOrd="10" destOrd="0" presId="urn:microsoft.com/office/officeart/2018/2/layout/IconLabelList"/>
    <dgm:cxn modelId="{B827E9B0-0AFB-4811-95F2-85C53F2C602C}" type="presParOf" srcId="{EA8AB679-2A00-4FD5-9360-64D98BE26EC6}" destId="{124682F5-FC5A-49C1-9866-EF8B8CA1BF31}" srcOrd="0" destOrd="0" presId="urn:microsoft.com/office/officeart/2018/2/layout/IconLabelList"/>
    <dgm:cxn modelId="{7D98C269-D921-4AB6-9D57-3BBD5FBA950B}" type="presParOf" srcId="{EA8AB679-2A00-4FD5-9360-64D98BE26EC6}" destId="{3FBDCFA3-B100-4AF6-84AB-12701A22F090}" srcOrd="1" destOrd="0" presId="urn:microsoft.com/office/officeart/2018/2/layout/IconLabelList"/>
    <dgm:cxn modelId="{A8D86FDF-77D2-498F-9860-9A3B6D158589}" type="presParOf" srcId="{EA8AB679-2A00-4FD5-9360-64D98BE26EC6}" destId="{ED2F3D36-3677-4601-8462-1747568AB67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E8C232-94FF-4382-A518-6A4372D4BA8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5A0C34B-2431-4CC9-9AAC-892FE5BEF93A}">
      <dgm:prSet/>
      <dgm:spPr/>
      <dgm:t>
        <a:bodyPr/>
        <a:lstStyle/>
        <a:p>
          <a:r>
            <a:rPr lang="en-US"/>
            <a:t>Data Collection through APIs</a:t>
          </a:r>
        </a:p>
      </dgm:t>
    </dgm:pt>
    <dgm:pt modelId="{7EDFCEB5-BD7C-49BE-8F2D-25435AA5AF80}" type="parTrans" cxnId="{E236F70F-4082-4476-9B9B-CAFF9B36BAB1}">
      <dgm:prSet/>
      <dgm:spPr/>
      <dgm:t>
        <a:bodyPr/>
        <a:lstStyle/>
        <a:p>
          <a:endParaRPr lang="en-US"/>
        </a:p>
      </dgm:t>
    </dgm:pt>
    <dgm:pt modelId="{9D40239A-F6C2-4B2E-A521-B3E7F60F6146}" type="sibTrans" cxnId="{E236F70F-4082-4476-9B9B-CAFF9B36BAB1}">
      <dgm:prSet/>
      <dgm:spPr/>
      <dgm:t>
        <a:bodyPr/>
        <a:lstStyle/>
        <a:p>
          <a:endParaRPr lang="en-US"/>
        </a:p>
      </dgm:t>
    </dgm:pt>
    <dgm:pt modelId="{F48B669C-B9E4-4213-801C-887BE58C07CB}">
      <dgm:prSet/>
      <dgm:spPr/>
      <dgm:t>
        <a:bodyPr/>
        <a:lstStyle/>
        <a:p>
          <a:r>
            <a:rPr lang="en-US"/>
            <a:t>Data Storage</a:t>
          </a:r>
        </a:p>
      </dgm:t>
    </dgm:pt>
    <dgm:pt modelId="{5F80FF10-DAAF-400E-B475-B27AF3EFF6F8}" type="parTrans" cxnId="{FE268B2D-B4C0-4BA2-8343-EBD7162AB3BE}">
      <dgm:prSet/>
      <dgm:spPr/>
      <dgm:t>
        <a:bodyPr/>
        <a:lstStyle/>
        <a:p>
          <a:endParaRPr lang="en-US"/>
        </a:p>
      </dgm:t>
    </dgm:pt>
    <dgm:pt modelId="{92FF20AA-ECE8-48FD-8AA0-59280A5ED05C}" type="sibTrans" cxnId="{FE268B2D-B4C0-4BA2-8343-EBD7162AB3BE}">
      <dgm:prSet/>
      <dgm:spPr/>
      <dgm:t>
        <a:bodyPr/>
        <a:lstStyle/>
        <a:p>
          <a:endParaRPr lang="en-US"/>
        </a:p>
      </dgm:t>
    </dgm:pt>
    <dgm:pt modelId="{F450AEDD-4F95-446D-8654-34ED4C9E17CB}">
      <dgm:prSet/>
      <dgm:spPr/>
      <dgm:t>
        <a:bodyPr/>
        <a:lstStyle/>
        <a:p>
          <a:r>
            <a:rPr lang="en-US" dirty="0"/>
            <a:t>AI for Data Cleaning</a:t>
          </a:r>
        </a:p>
      </dgm:t>
    </dgm:pt>
    <dgm:pt modelId="{083D021B-639E-40E0-BA05-A1D68388D171}" type="parTrans" cxnId="{8B2CCB1F-8044-49F9-B805-435B746D8078}">
      <dgm:prSet/>
      <dgm:spPr/>
      <dgm:t>
        <a:bodyPr/>
        <a:lstStyle/>
        <a:p>
          <a:endParaRPr lang="en-US"/>
        </a:p>
      </dgm:t>
    </dgm:pt>
    <dgm:pt modelId="{E813E832-9996-438F-AAD1-340DBC3A427C}" type="sibTrans" cxnId="{8B2CCB1F-8044-49F9-B805-435B746D8078}">
      <dgm:prSet/>
      <dgm:spPr/>
      <dgm:t>
        <a:bodyPr/>
        <a:lstStyle/>
        <a:p>
          <a:endParaRPr lang="en-US"/>
        </a:p>
      </dgm:t>
    </dgm:pt>
    <dgm:pt modelId="{7F5FA7EA-6390-4C1C-AD9D-A55143C661A5}">
      <dgm:prSet/>
      <dgm:spPr/>
      <dgm:t>
        <a:bodyPr/>
        <a:lstStyle/>
        <a:p>
          <a:r>
            <a:rPr lang="en-US"/>
            <a:t>Automated Analysis &amp; Insights</a:t>
          </a:r>
        </a:p>
      </dgm:t>
    </dgm:pt>
    <dgm:pt modelId="{E7DDD9A9-29EA-4DE0-A0FB-790C4DDFE3CB}" type="parTrans" cxnId="{F94EE9C8-45CD-4064-9254-8E8A410DE761}">
      <dgm:prSet/>
      <dgm:spPr/>
      <dgm:t>
        <a:bodyPr/>
        <a:lstStyle/>
        <a:p>
          <a:endParaRPr lang="en-US"/>
        </a:p>
      </dgm:t>
    </dgm:pt>
    <dgm:pt modelId="{5FA24286-1942-4C32-AA4D-1857418DB6AB}" type="sibTrans" cxnId="{F94EE9C8-45CD-4064-9254-8E8A410DE761}">
      <dgm:prSet/>
      <dgm:spPr/>
      <dgm:t>
        <a:bodyPr/>
        <a:lstStyle/>
        <a:p>
          <a:endParaRPr lang="en-US"/>
        </a:p>
      </dgm:t>
    </dgm:pt>
    <dgm:pt modelId="{0D4B040E-6B80-4F03-AD5D-47368A48D39C}">
      <dgm:prSet/>
      <dgm:spPr/>
      <dgm:t>
        <a:bodyPr/>
        <a:lstStyle/>
        <a:p>
          <a:r>
            <a:rPr lang="en-US"/>
            <a:t>End-to-End AI Platforms</a:t>
          </a:r>
        </a:p>
      </dgm:t>
    </dgm:pt>
    <dgm:pt modelId="{15EE50F8-CADD-45D0-BC7D-94755A684237}" type="parTrans" cxnId="{EF997E91-B73B-4503-B77C-71B09147F207}">
      <dgm:prSet/>
      <dgm:spPr/>
      <dgm:t>
        <a:bodyPr/>
        <a:lstStyle/>
        <a:p>
          <a:endParaRPr lang="en-US"/>
        </a:p>
      </dgm:t>
    </dgm:pt>
    <dgm:pt modelId="{3CF8F52D-1B10-4EA0-9333-0C6174B88AFE}" type="sibTrans" cxnId="{EF997E91-B73B-4503-B77C-71B09147F207}">
      <dgm:prSet/>
      <dgm:spPr/>
      <dgm:t>
        <a:bodyPr/>
        <a:lstStyle/>
        <a:p>
          <a:endParaRPr lang="en-US"/>
        </a:p>
      </dgm:t>
    </dgm:pt>
    <dgm:pt modelId="{9FE73556-1C1A-45F5-9FA7-958EB0F9E0EE}" type="pres">
      <dgm:prSet presAssocID="{D1E8C232-94FF-4382-A518-6A4372D4BA8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C83E3EC-0FCF-4A66-BD25-B7F5949DC397}" type="pres">
      <dgm:prSet presAssocID="{95A0C34B-2431-4CC9-9AAC-892FE5BEF93A}" presName="hierRoot1" presStyleCnt="0"/>
      <dgm:spPr/>
    </dgm:pt>
    <dgm:pt modelId="{038E9A1C-DFC2-4777-A137-210C8443B34B}" type="pres">
      <dgm:prSet presAssocID="{95A0C34B-2431-4CC9-9AAC-892FE5BEF93A}" presName="composite" presStyleCnt="0"/>
      <dgm:spPr/>
    </dgm:pt>
    <dgm:pt modelId="{7DF7AD77-A2DF-4B4B-A348-BA4EC5463EE5}" type="pres">
      <dgm:prSet presAssocID="{95A0C34B-2431-4CC9-9AAC-892FE5BEF93A}" presName="background" presStyleLbl="node0" presStyleIdx="0" presStyleCnt="5"/>
      <dgm:spPr/>
    </dgm:pt>
    <dgm:pt modelId="{A5F983CB-5410-41DB-B8CC-55F6EAE87255}" type="pres">
      <dgm:prSet presAssocID="{95A0C34B-2431-4CC9-9AAC-892FE5BEF93A}" presName="text" presStyleLbl="fgAcc0" presStyleIdx="0" presStyleCnt="5">
        <dgm:presLayoutVars>
          <dgm:chPref val="3"/>
        </dgm:presLayoutVars>
      </dgm:prSet>
      <dgm:spPr/>
    </dgm:pt>
    <dgm:pt modelId="{EB7B31C1-1998-4767-9C19-5239F9F48448}" type="pres">
      <dgm:prSet presAssocID="{95A0C34B-2431-4CC9-9AAC-892FE5BEF93A}" presName="hierChild2" presStyleCnt="0"/>
      <dgm:spPr/>
    </dgm:pt>
    <dgm:pt modelId="{1BE772F4-4126-4307-A179-A6F5FF7DBF9F}" type="pres">
      <dgm:prSet presAssocID="{F48B669C-B9E4-4213-801C-887BE58C07CB}" presName="hierRoot1" presStyleCnt="0"/>
      <dgm:spPr/>
    </dgm:pt>
    <dgm:pt modelId="{B55F2566-83CA-49C2-B04A-112A217C322F}" type="pres">
      <dgm:prSet presAssocID="{F48B669C-B9E4-4213-801C-887BE58C07CB}" presName="composite" presStyleCnt="0"/>
      <dgm:spPr/>
    </dgm:pt>
    <dgm:pt modelId="{D8FE91C4-74B7-414A-A5AE-55EC50155D5D}" type="pres">
      <dgm:prSet presAssocID="{F48B669C-B9E4-4213-801C-887BE58C07CB}" presName="background" presStyleLbl="node0" presStyleIdx="1" presStyleCnt="5"/>
      <dgm:spPr/>
    </dgm:pt>
    <dgm:pt modelId="{65E507B7-4BCC-4FAC-A0CC-42A4688440B3}" type="pres">
      <dgm:prSet presAssocID="{F48B669C-B9E4-4213-801C-887BE58C07CB}" presName="text" presStyleLbl="fgAcc0" presStyleIdx="1" presStyleCnt="5">
        <dgm:presLayoutVars>
          <dgm:chPref val="3"/>
        </dgm:presLayoutVars>
      </dgm:prSet>
      <dgm:spPr/>
    </dgm:pt>
    <dgm:pt modelId="{8CEE488C-FCC0-4B51-AA06-1F93D57EC546}" type="pres">
      <dgm:prSet presAssocID="{F48B669C-B9E4-4213-801C-887BE58C07CB}" presName="hierChild2" presStyleCnt="0"/>
      <dgm:spPr/>
    </dgm:pt>
    <dgm:pt modelId="{1B87C755-9848-43AD-97B4-97F0E03442DB}" type="pres">
      <dgm:prSet presAssocID="{F450AEDD-4F95-446D-8654-34ED4C9E17CB}" presName="hierRoot1" presStyleCnt="0"/>
      <dgm:spPr/>
    </dgm:pt>
    <dgm:pt modelId="{2EE4D703-F2DB-43D7-B6AE-3D3D82A8035E}" type="pres">
      <dgm:prSet presAssocID="{F450AEDD-4F95-446D-8654-34ED4C9E17CB}" presName="composite" presStyleCnt="0"/>
      <dgm:spPr/>
    </dgm:pt>
    <dgm:pt modelId="{5A663AF8-0A1C-4E79-BD10-6242EBBC3305}" type="pres">
      <dgm:prSet presAssocID="{F450AEDD-4F95-446D-8654-34ED4C9E17CB}" presName="background" presStyleLbl="node0" presStyleIdx="2" presStyleCnt="5"/>
      <dgm:spPr/>
    </dgm:pt>
    <dgm:pt modelId="{7C53B1E2-5A54-4EAF-8931-737C3D33F276}" type="pres">
      <dgm:prSet presAssocID="{F450AEDD-4F95-446D-8654-34ED4C9E17CB}" presName="text" presStyleLbl="fgAcc0" presStyleIdx="2" presStyleCnt="5">
        <dgm:presLayoutVars>
          <dgm:chPref val="3"/>
        </dgm:presLayoutVars>
      </dgm:prSet>
      <dgm:spPr/>
    </dgm:pt>
    <dgm:pt modelId="{3F6669B8-299C-4ED3-A597-45D3321751FD}" type="pres">
      <dgm:prSet presAssocID="{F450AEDD-4F95-446D-8654-34ED4C9E17CB}" presName="hierChild2" presStyleCnt="0"/>
      <dgm:spPr/>
    </dgm:pt>
    <dgm:pt modelId="{846BC790-4AA1-4A5C-8F01-F4949BE95694}" type="pres">
      <dgm:prSet presAssocID="{7F5FA7EA-6390-4C1C-AD9D-A55143C661A5}" presName="hierRoot1" presStyleCnt="0"/>
      <dgm:spPr/>
    </dgm:pt>
    <dgm:pt modelId="{A927A9DD-1A46-437E-B1D1-22B473888F94}" type="pres">
      <dgm:prSet presAssocID="{7F5FA7EA-6390-4C1C-AD9D-A55143C661A5}" presName="composite" presStyleCnt="0"/>
      <dgm:spPr/>
    </dgm:pt>
    <dgm:pt modelId="{C2185C7D-7B35-4ADB-90A3-0FF2A2D6B7FB}" type="pres">
      <dgm:prSet presAssocID="{7F5FA7EA-6390-4C1C-AD9D-A55143C661A5}" presName="background" presStyleLbl="node0" presStyleIdx="3" presStyleCnt="5"/>
      <dgm:spPr/>
    </dgm:pt>
    <dgm:pt modelId="{9D6A2F61-A833-4D63-82BC-E8C78BC77DBC}" type="pres">
      <dgm:prSet presAssocID="{7F5FA7EA-6390-4C1C-AD9D-A55143C661A5}" presName="text" presStyleLbl="fgAcc0" presStyleIdx="3" presStyleCnt="5">
        <dgm:presLayoutVars>
          <dgm:chPref val="3"/>
        </dgm:presLayoutVars>
      </dgm:prSet>
      <dgm:spPr/>
    </dgm:pt>
    <dgm:pt modelId="{E285C05F-D142-4647-B2F6-70EC6DF784F3}" type="pres">
      <dgm:prSet presAssocID="{7F5FA7EA-6390-4C1C-AD9D-A55143C661A5}" presName="hierChild2" presStyleCnt="0"/>
      <dgm:spPr/>
    </dgm:pt>
    <dgm:pt modelId="{2CF35B10-19BD-47E9-AA63-0FA161AA3982}" type="pres">
      <dgm:prSet presAssocID="{0D4B040E-6B80-4F03-AD5D-47368A48D39C}" presName="hierRoot1" presStyleCnt="0"/>
      <dgm:spPr/>
    </dgm:pt>
    <dgm:pt modelId="{FD4404B8-6134-4850-A837-D4FD27357512}" type="pres">
      <dgm:prSet presAssocID="{0D4B040E-6B80-4F03-AD5D-47368A48D39C}" presName="composite" presStyleCnt="0"/>
      <dgm:spPr/>
    </dgm:pt>
    <dgm:pt modelId="{2D75967A-BD6E-49C4-AC47-68FBF7230360}" type="pres">
      <dgm:prSet presAssocID="{0D4B040E-6B80-4F03-AD5D-47368A48D39C}" presName="background" presStyleLbl="node0" presStyleIdx="4" presStyleCnt="5"/>
      <dgm:spPr/>
    </dgm:pt>
    <dgm:pt modelId="{CB68703F-F7D1-48F4-910B-BC8568F05525}" type="pres">
      <dgm:prSet presAssocID="{0D4B040E-6B80-4F03-AD5D-47368A48D39C}" presName="text" presStyleLbl="fgAcc0" presStyleIdx="4" presStyleCnt="5">
        <dgm:presLayoutVars>
          <dgm:chPref val="3"/>
        </dgm:presLayoutVars>
      </dgm:prSet>
      <dgm:spPr/>
    </dgm:pt>
    <dgm:pt modelId="{70776FA9-6C24-45AD-831B-D881EBD1118D}" type="pres">
      <dgm:prSet presAssocID="{0D4B040E-6B80-4F03-AD5D-47368A48D39C}" presName="hierChild2" presStyleCnt="0"/>
      <dgm:spPr/>
    </dgm:pt>
  </dgm:ptLst>
  <dgm:cxnLst>
    <dgm:cxn modelId="{E236F70F-4082-4476-9B9B-CAFF9B36BAB1}" srcId="{D1E8C232-94FF-4382-A518-6A4372D4BA82}" destId="{95A0C34B-2431-4CC9-9AAC-892FE5BEF93A}" srcOrd="0" destOrd="0" parTransId="{7EDFCEB5-BD7C-49BE-8F2D-25435AA5AF80}" sibTransId="{9D40239A-F6C2-4B2E-A521-B3E7F60F6146}"/>
    <dgm:cxn modelId="{8B2CCB1F-8044-49F9-B805-435B746D8078}" srcId="{D1E8C232-94FF-4382-A518-6A4372D4BA82}" destId="{F450AEDD-4F95-446D-8654-34ED4C9E17CB}" srcOrd="2" destOrd="0" parTransId="{083D021B-639E-40E0-BA05-A1D68388D171}" sibTransId="{E813E832-9996-438F-AAD1-340DBC3A427C}"/>
    <dgm:cxn modelId="{FE268B2D-B4C0-4BA2-8343-EBD7162AB3BE}" srcId="{D1E8C232-94FF-4382-A518-6A4372D4BA82}" destId="{F48B669C-B9E4-4213-801C-887BE58C07CB}" srcOrd="1" destOrd="0" parTransId="{5F80FF10-DAAF-400E-B475-B27AF3EFF6F8}" sibTransId="{92FF20AA-ECE8-48FD-8AA0-59280A5ED05C}"/>
    <dgm:cxn modelId="{17FCEF32-6AB2-4366-81AD-A78F887B7957}" type="presOf" srcId="{95A0C34B-2431-4CC9-9AAC-892FE5BEF93A}" destId="{A5F983CB-5410-41DB-B8CC-55F6EAE87255}" srcOrd="0" destOrd="0" presId="urn:microsoft.com/office/officeart/2005/8/layout/hierarchy1"/>
    <dgm:cxn modelId="{1F6E0946-77A3-429A-A161-EFA7B209A29C}" type="presOf" srcId="{D1E8C232-94FF-4382-A518-6A4372D4BA82}" destId="{9FE73556-1C1A-45F5-9FA7-958EB0F9E0EE}" srcOrd="0" destOrd="0" presId="urn:microsoft.com/office/officeart/2005/8/layout/hierarchy1"/>
    <dgm:cxn modelId="{DB90E54F-ABD6-40BF-AEC4-240B95750FB0}" type="presOf" srcId="{F48B669C-B9E4-4213-801C-887BE58C07CB}" destId="{65E507B7-4BCC-4FAC-A0CC-42A4688440B3}" srcOrd="0" destOrd="0" presId="urn:microsoft.com/office/officeart/2005/8/layout/hierarchy1"/>
    <dgm:cxn modelId="{EF997E91-B73B-4503-B77C-71B09147F207}" srcId="{D1E8C232-94FF-4382-A518-6A4372D4BA82}" destId="{0D4B040E-6B80-4F03-AD5D-47368A48D39C}" srcOrd="4" destOrd="0" parTransId="{15EE50F8-CADD-45D0-BC7D-94755A684237}" sibTransId="{3CF8F52D-1B10-4EA0-9333-0C6174B88AFE}"/>
    <dgm:cxn modelId="{527509B9-F97A-45A8-98E0-F48A722E6F72}" type="presOf" srcId="{0D4B040E-6B80-4F03-AD5D-47368A48D39C}" destId="{CB68703F-F7D1-48F4-910B-BC8568F05525}" srcOrd="0" destOrd="0" presId="urn:microsoft.com/office/officeart/2005/8/layout/hierarchy1"/>
    <dgm:cxn modelId="{F94EE9C8-45CD-4064-9254-8E8A410DE761}" srcId="{D1E8C232-94FF-4382-A518-6A4372D4BA82}" destId="{7F5FA7EA-6390-4C1C-AD9D-A55143C661A5}" srcOrd="3" destOrd="0" parTransId="{E7DDD9A9-29EA-4DE0-A0FB-790C4DDFE3CB}" sibTransId="{5FA24286-1942-4C32-AA4D-1857418DB6AB}"/>
    <dgm:cxn modelId="{02D8D6D1-4CEA-4ECC-832D-719C34973D77}" type="presOf" srcId="{F450AEDD-4F95-446D-8654-34ED4C9E17CB}" destId="{7C53B1E2-5A54-4EAF-8931-737C3D33F276}" srcOrd="0" destOrd="0" presId="urn:microsoft.com/office/officeart/2005/8/layout/hierarchy1"/>
    <dgm:cxn modelId="{39547BDF-5261-408C-B7C0-BCC2C6EC53D7}" type="presOf" srcId="{7F5FA7EA-6390-4C1C-AD9D-A55143C661A5}" destId="{9D6A2F61-A833-4D63-82BC-E8C78BC77DBC}" srcOrd="0" destOrd="0" presId="urn:microsoft.com/office/officeart/2005/8/layout/hierarchy1"/>
    <dgm:cxn modelId="{813D2936-263E-437B-94C4-D5B0BA2494F6}" type="presParOf" srcId="{9FE73556-1C1A-45F5-9FA7-958EB0F9E0EE}" destId="{BC83E3EC-0FCF-4A66-BD25-B7F5949DC397}" srcOrd="0" destOrd="0" presId="urn:microsoft.com/office/officeart/2005/8/layout/hierarchy1"/>
    <dgm:cxn modelId="{772A8824-C2BC-49CA-99D1-28B041DD0A5C}" type="presParOf" srcId="{BC83E3EC-0FCF-4A66-BD25-B7F5949DC397}" destId="{038E9A1C-DFC2-4777-A137-210C8443B34B}" srcOrd="0" destOrd="0" presId="urn:microsoft.com/office/officeart/2005/8/layout/hierarchy1"/>
    <dgm:cxn modelId="{5B57691C-CF93-4BEC-A3C2-01BA3C8C3C14}" type="presParOf" srcId="{038E9A1C-DFC2-4777-A137-210C8443B34B}" destId="{7DF7AD77-A2DF-4B4B-A348-BA4EC5463EE5}" srcOrd="0" destOrd="0" presId="urn:microsoft.com/office/officeart/2005/8/layout/hierarchy1"/>
    <dgm:cxn modelId="{ED6512D7-B879-426E-B95B-C3778754D6F2}" type="presParOf" srcId="{038E9A1C-DFC2-4777-A137-210C8443B34B}" destId="{A5F983CB-5410-41DB-B8CC-55F6EAE87255}" srcOrd="1" destOrd="0" presId="urn:microsoft.com/office/officeart/2005/8/layout/hierarchy1"/>
    <dgm:cxn modelId="{549E9237-D6E3-42A8-9EBB-ABB87357C443}" type="presParOf" srcId="{BC83E3EC-0FCF-4A66-BD25-B7F5949DC397}" destId="{EB7B31C1-1998-4767-9C19-5239F9F48448}" srcOrd="1" destOrd="0" presId="urn:microsoft.com/office/officeart/2005/8/layout/hierarchy1"/>
    <dgm:cxn modelId="{0CAB1898-6F47-494D-A0FE-EE80D76A8653}" type="presParOf" srcId="{9FE73556-1C1A-45F5-9FA7-958EB0F9E0EE}" destId="{1BE772F4-4126-4307-A179-A6F5FF7DBF9F}" srcOrd="1" destOrd="0" presId="urn:microsoft.com/office/officeart/2005/8/layout/hierarchy1"/>
    <dgm:cxn modelId="{E1455AC3-2AF3-4686-B7FE-FEAD1C20D5C6}" type="presParOf" srcId="{1BE772F4-4126-4307-A179-A6F5FF7DBF9F}" destId="{B55F2566-83CA-49C2-B04A-112A217C322F}" srcOrd="0" destOrd="0" presId="urn:microsoft.com/office/officeart/2005/8/layout/hierarchy1"/>
    <dgm:cxn modelId="{748F06D7-A576-4DC5-B135-1E8206D2D4E1}" type="presParOf" srcId="{B55F2566-83CA-49C2-B04A-112A217C322F}" destId="{D8FE91C4-74B7-414A-A5AE-55EC50155D5D}" srcOrd="0" destOrd="0" presId="urn:microsoft.com/office/officeart/2005/8/layout/hierarchy1"/>
    <dgm:cxn modelId="{6E72221D-D5F7-4B3D-978A-1DD47F201BEF}" type="presParOf" srcId="{B55F2566-83CA-49C2-B04A-112A217C322F}" destId="{65E507B7-4BCC-4FAC-A0CC-42A4688440B3}" srcOrd="1" destOrd="0" presId="urn:microsoft.com/office/officeart/2005/8/layout/hierarchy1"/>
    <dgm:cxn modelId="{C71A9C1D-31CA-44EC-B9E8-B8A0223E0192}" type="presParOf" srcId="{1BE772F4-4126-4307-A179-A6F5FF7DBF9F}" destId="{8CEE488C-FCC0-4B51-AA06-1F93D57EC546}" srcOrd="1" destOrd="0" presId="urn:microsoft.com/office/officeart/2005/8/layout/hierarchy1"/>
    <dgm:cxn modelId="{8602F245-C1D8-41F9-9AA7-531D10238AFE}" type="presParOf" srcId="{9FE73556-1C1A-45F5-9FA7-958EB0F9E0EE}" destId="{1B87C755-9848-43AD-97B4-97F0E03442DB}" srcOrd="2" destOrd="0" presId="urn:microsoft.com/office/officeart/2005/8/layout/hierarchy1"/>
    <dgm:cxn modelId="{09226D10-F514-4192-8BC8-F43E5BEA5D37}" type="presParOf" srcId="{1B87C755-9848-43AD-97B4-97F0E03442DB}" destId="{2EE4D703-F2DB-43D7-B6AE-3D3D82A8035E}" srcOrd="0" destOrd="0" presId="urn:microsoft.com/office/officeart/2005/8/layout/hierarchy1"/>
    <dgm:cxn modelId="{7F941E91-CDF0-42D8-88B6-5712684D4C2B}" type="presParOf" srcId="{2EE4D703-F2DB-43D7-B6AE-3D3D82A8035E}" destId="{5A663AF8-0A1C-4E79-BD10-6242EBBC3305}" srcOrd="0" destOrd="0" presId="urn:microsoft.com/office/officeart/2005/8/layout/hierarchy1"/>
    <dgm:cxn modelId="{BE7E8361-7698-4376-AEB2-744159FD7CF7}" type="presParOf" srcId="{2EE4D703-F2DB-43D7-B6AE-3D3D82A8035E}" destId="{7C53B1E2-5A54-4EAF-8931-737C3D33F276}" srcOrd="1" destOrd="0" presId="urn:microsoft.com/office/officeart/2005/8/layout/hierarchy1"/>
    <dgm:cxn modelId="{A6FAC9C7-F301-4168-A3C4-021072BBC0B2}" type="presParOf" srcId="{1B87C755-9848-43AD-97B4-97F0E03442DB}" destId="{3F6669B8-299C-4ED3-A597-45D3321751FD}" srcOrd="1" destOrd="0" presId="urn:microsoft.com/office/officeart/2005/8/layout/hierarchy1"/>
    <dgm:cxn modelId="{4B1DC8E2-82D6-4A8A-8EDF-F2D120E4CAC7}" type="presParOf" srcId="{9FE73556-1C1A-45F5-9FA7-958EB0F9E0EE}" destId="{846BC790-4AA1-4A5C-8F01-F4949BE95694}" srcOrd="3" destOrd="0" presId="urn:microsoft.com/office/officeart/2005/8/layout/hierarchy1"/>
    <dgm:cxn modelId="{B0068202-B182-41A6-A31B-7FF568314EE2}" type="presParOf" srcId="{846BC790-4AA1-4A5C-8F01-F4949BE95694}" destId="{A927A9DD-1A46-437E-B1D1-22B473888F94}" srcOrd="0" destOrd="0" presId="urn:microsoft.com/office/officeart/2005/8/layout/hierarchy1"/>
    <dgm:cxn modelId="{51353181-2D1B-4084-801F-0ECD556BDC33}" type="presParOf" srcId="{A927A9DD-1A46-437E-B1D1-22B473888F94}" destId="{C2185C7D-7B35-4ADB-90A3-0FF2A2D6B7FB}" srcOrd="0" destOrd="0" presId="urn:microsoft.com/office/officeart/2005/8/layout/hierarchy1"/>
    <dgm:cxn modelId="{01B0E75B-D649-4653-9007-5D175E280A30}" type="presParOf" srcId="{A927A9DD-1A46-437E-B1D1-22B473888F94}" destId="{9D6A2F61-A833-4D63-82BC-E8C78BC77DBC}" srcOrd="1" destOrd="0" presId="urn:microsoft.com/office/officeart/2005/8/layout/hierarchy1"/>
    <dgm:cxn modelId="{D5DA0FD9-F74E-46AC-BBC7-665BC4DE2562}" type="presParOf" srcId="{846BC790-4AA1-4A5C-8F01-F4949BE95694}" destId="{E285C05F-D142-4647-B2F6-70EC6DF784F3}" srcOrd="1" destOrd="0" presId="urn:microsoft.com/office/officeart/2005/8/layout/hierarchy1"/>
    <dgm:cxn modelId="{9A9F9CC9-3D78-4D12-847E-C4B98AD419C8}" type="presParOf" srcId="{9FE73556-1C1A-45F5-9FA7-958EB0F9E0EE}" destId="{2CF35B10-19BD-47E9-AA63-0FA161AA3982}" srcOrd="4" destOrd="0" presId="urn:microsoft.com/office/officeart/2005/8/layout/hierarchy1"/>
    <dgm:cxn modelId="{E4F4EA35-DBC4-4440-BC5E-8E3589C8E15C}" type="presParOf" srcId="{2CF35B10-19BD-47E9-AA63-0FA161AA3982}" destId="{FD4404B8-6134-4850-A837-D4FD27357512}" srcOrd="0" destOrd="0" presId="urn:microsoft.com/office/officeart/2005/8/layout/hierarchy1"/>
    <dgm:cxn modelId="{CF062032-317B-4A67-A85D-1F3E0DA74F2E}" type="presParOf" srcId="{FD4404B8-6134-4850-A837-D4FD27357512}" destId="{2D75967A-BD6E-49C4-AC47-68FBF7230360}" srcOrd="0" destOrd="0" presId="urn:microsoft.com/office/officeart/2005/8/layout/hierarchy1"/>
    <dgm:cxn modelId="{5223F579-EC63-4692-BA45-F6E1F05AB829}" type="presParOf" srcId="{FD4404B8-6134-4850-A837-D4FD27357512}" destId="{CB68703F-F7D1-48F4-910B-BC8568F05525}" srcOrd="1" destOrd="0" presId="urn:microsoft.com/office/officeart/2005/8/layout/hierarchy1"/>
    <dgm:cxn modelId="{302061B0-D397-40A2-B37E-DA5FBB18FDC3}" type="presParOf" srcId="{2CF35B10-19BD-47E9-AA63-0FA161AA3982}" destId="{70776FA9-6C24-45AD-831B-D881EBD1118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628AD5A-7292-42A1-B242-AC301E3F6713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810084-22C2-471C-9488-E1C6DD55E11B}">
      <dgm:prSet phldrT="[Text]"/>
      <dgm:spPr/>
      <dgm:t>
        <a:bodyPr/>
        <a:lstStyle/>
        <a:p>
          <a:r>
            <a:rPr lang="en-US" dirty="0"/>
            <a:t>OECD/UN Comtrade/US Census API</a:t>
          </a:r>
        </a:p>
      </dgm:t>
    </dgm:pt>
    <dgm:pt modelId="{130D433C-2EDD-4238-897D-1EA9ABA4FDE8}" type="parTrans" cxnId="{02A2F8AF-E360-43DA-9F81-0A0D044E2C23}">
      <dgm:prSet/>
      <dgm:spPr/>
      <dgm:t>
        <a:bodyPr/>
        <a:lstStyle/>
        <a:p>
          <a:endParaRPr lang="en-US"/>
        </a:p>
      </dgm:t>
    </dgm:pt>
    <dgm:pt modelId="{F0C5AB60-AEB9-4BA1-9ADD-9028B4C71F50}" type="sibTrans" cxnId="{02A2F8AF-E360-43DA-9F81-0A0D044E2C23}">
      <dgm:prSet/>
      <dgm:spPr/>
      <dgm:t>
        <a:bodyPr/>
        <a:lstStyle/>
        <a:p>
          <a:endParaRPr lang="en-US"/>
        </a:p>
      </dgm:t>
    </dgm:pt>
    <dgm:pt modelId="{65BF8F43-294F-41FD-89EB-BA5C5A6A14D4}">
      <dgm:prSet phldrT="[Text]"/>
      <dgm:spPr/>
      <dgm:t>
        <a:bodyPr/>
        <a:lstStyle/>
        <a:p>
          <a:r>
            <a:rPr lang="en-US" dirty="0"/>
            <a:t>AI Powered Analysis</a:t>
          </a:r>
        </a:p>
      </dgm:t>
    </dgm:pt>
    <dgm:pt modelId="{570162B2-506F-4373-8CBF-6310358D1E40}" type="parTrans" cxnId="{92053393-7AFC-4EAB-A37B-7AC31BA24E0C}">
      <dgm:prSet/>
      <dgm:spPr/>
      <dgm:t>
        <a:bodyPr/>
        <a:lstStyle/>
        <a:p>
          <a:endParaRPr lang="en-US"/>
        </a:p>
      </dgm:t>
    </dgm:pt>
    <dgm:pt modelId="{6A7D2BD8-9AF2-4F24-98A0-F05E1E12051F}" type="sibTrans" cxnId="{92053393-7AFC-4EAB-A37B-7AC31BA24E0C}">
      <dgm:prSet/>
      <dgm:spPr/>
      <dgm:t>
        <a:bodyPr/>
        <a:lstStyle/>
        <a:p>
          <a:endParaRPr lang="en-US"/>
        </a:p>
      </dgm:t>
    </dgm:pt>
    <dgm:pt modelId="{49E19AEC-373A-43EF-ABA5-B0974433B772}">
      <dgm:prSet phldrT="[Text]"/>
      <dgm:spPr/>
      <dgm:t>
        <a:bodyPr/>
        <a:lstStyle/>
        <a:p>
          <a:r>
            <a:rPr lang="en-US" dirty="0"/>
            <a:t>Custom Business Reports &amp; Alerts</a:t>
          </a:r>
        </a:p>
      </dgm:t>
    </dgm:pt>
    <dgm:pt modelId="{55077A5F-8AA7-4C11-98E7-007104392250}" type="parTrans" cxnId="{70A5299C-832C-453F-843C-C0C5B3444001}">
      <dgm:prSet/>
      <dgm:spPr/>
      <dgm:t>
        <a:bodyPr/>
        <a:lstStyle/>
        <a:p>
          <a:endParaRPr lang="en-US"/>
        </a:p>
      </dgm:t>
    </dgm:pt>
    <dgm:pt modelId="{8AB2EC35-48AA-44FB-97B7-68E09E4B9BA1}" type="sibTrans" cxnId="{70A5299C-832C-453F-843C-C0C5B3444001}">
      <dgm:prSet/>
      <dgm:spPr/>
      <dgm:t>
        <a:bodyPr/>
        <a:lstStyle/>
        <a:p>
          <a:endParaRPr lang="en-US"/>
        </a:p>
      </dgm:t>
    </dgm:pt>
    <dgm:pt modelId="{15BC1768-A3FD-4045-B4E8-0B691D00BDA0}">
      <dgm:prSet phldrT="[Text]"/>
      <dgm:spPr/>
      <dgm:t>
        <a:bodyPr/>
        <a:lstStyle/>
        <a:p>
          <a:r>
            <a:rPr lang="en-US" dirty="0"/>
            <a:t>New Markets &amp; Increased Revenue</a:t>
          </a:r>
        </a:p>
      </dgm:t>
    </dgm:pt>
    <dgm:pt modelId="{ABF016A8-4596-41DD-B30C-9E94C07F958C}" type="parTrans" cxnId="{9161FC49-C33E-4362-A400-B69D1767D464}">
      <dgm:prSet/>
      <dgm:spPr/>
      <dgm:t>
        <a:bodyPr/>
        <a:lstStyle/>
        <a:p>
          <a:endParaRPr lang="en-US"/>
        </a:p>
      </dgm:t>
    </dgm:pt>
    <dgm:pt modelId="{6CBD5A70-D73C-4D1F-9AB7-FD2831BD19F5}" type="sibTrans" cxnId="{9161FC49-C33E-4362-A400-B69D1767D464}">
      <dgm:prSet/>
      <dgm:spPr/>
      <dgm:t>
        <a:bodyPr/>
        <a:lstStyle/>
        <a:p>
          <a:endParaRPr lang="en-US"/>
        </a:p>
      </dgm:t>
    </dgm:pt>
    <dgm:pt modelId="{8AB5DAFE-794F-4516-80E6-42963700F146}" type="pres">
      <dgm:prSet presAssocID="{9628AD5A-7292-42A1-B242-AC301E3F6713}" presName="Name0" presStyleCnt="0">
        <dgm:presLayoutVars>
          <dgm:chMax val="4"/>
          <dgm:resizeHandles val="exact"/>
        </dgm:presLayoutVars>
      </dgm:prSet>
      <dgm:spPr/>
    </dgm:pt>
    <dgm:pt modelId="{FB56475B-23A2-4793-84AB-E9B74ECE02A3}" type="pres">
      <dgm:prSet presAssocID="{9628AD5A-7292-42A1-B242-AC301E3F6713}" presName="ellipse" presStyleLbl="trBgShp" presStyleIdx="0" presStyleCnt="1"/>
      <dgm:spPr/>
    </dgm:pt>
    <dgm:pt modelId="{FC3C6654-B649-4D22-83CE-6178DADE9956}" type="pres">
      <dgm:prSet presAssocID="{9628AD5A-7292-42A1-B242-AC301E3F6713}" presName="arrow1" presStyleLbl="fgShp" presStyleIdx="0" presStyleCnt="1"/>
      <dgm:spPr/>
    </dgm:pt>
    <dgm:pt modelId="{68BACB76-DA90-4501-B60F-B359FCE2CBEB}" type="pres">
      <dgm:prSet presAssocID="{9628AD5A-7292-42A1-B242-AC301E3F6713}" presName="rectangle" presStyleLbl="revTx" presStyleIdx="0" presStyleCnt="1">
        <dgm:presLayoutVars>
          <dgm:bulletEnabled val="1"/>
        </dgm:presLayoutVars>
      </dgm:prSet>
      <dgm:spPr/>
    </dgm:pt>
    <dgm:pt modelId="{41CE2DA3-5421-4184-BB99-5C025B78126B}" type="pres">
      <dgm:prSet presAssocID="{65BF8F43-294F-41FD-89EB-BA5C5A6A14D4}" presName="item1" presStyleLbl="node1" presStyleIdx="0" presStyleCnt="3">
        <dgm:presLayoutVars>
          <dgm:bulletEnabled val="1"/>
        </dgm:presLayoutVars>
      </dgm:prSet>
      <dgm:spPr/>
    </dgm:pt>
    <dgm:pt modelId="{1103FD25-3575-4781-A83E-9AD63C5BADCD}" type="pres">
      <dgm:prSet presAssocID="{49E19AEC-373A-43EF-ABA5-B0974433B772}" presName="item2" presStyleLbl="node1" presStyleIdx="1" presStyleCnt="3">
        <dgm:presLayoutVars>
          <dgm:bulletEnabled val="1"/>
        </dgm:presLayoutVars>
      </dgm:prSet>
      <dgm:spPr/>
    </dgm:pt>
    <dgm:pt modelId="{4C3F020A-D02C-464A-8190-271FA5459D3E}" type="pres">
      <dgm:prSet presAssocID="{15BC1768-A3FD-4045-B4E8-0B691D00BDA0}" presName="item3" presStyleLbl="node1" presStyleIdx="2" presStyleCnt="3">
        <dgm:presLayoutVars>
          <dgm:bulletEnabled val="1"/>
        </dgm:presLayoutVars>
      </dgm:prSet>
      <dgm:spPr/>
    </dgm:pt>
    <dgm:pt modelId="{E59C4DA8-1220-4734-AB85-889AA59A55EE}" type="pres">
      <dgm:prSet presAssocID="{9628AD5A-7292-42A1-B242-AC301E3F6713}" presName="funnel" presStyleLbl="trAlignAcc1" presStyleIdx="0" presStyleCnt="1"/>
      <dgm:spPr/>
    </dgm:pt>
  </dgm:ptLst>
  <dgm:cxnLst>
    <dgm:cxn modelId="{DD44793A-9B42-4297-A7D7-4A705C100BBC}" type="presOf" srcId="{95810084-22C2-471C-9488-E1C6DD55E11B}" destId="{4C3F020A-D02C-464A-8190-271FA5459D3E}" srcOrd="0" destOrd="0" presId="urn:microsoft.com/office/officeart/2005/8/layout/funnel1"/>
    <dgm:cxn modelId="{9161FC49-C33E-4362-A400-B69D1767D464}" srcId="{9628AD5A-7292-42A1-B242-AC301E3F6713}" destId="{15BC1768-A3FD-4045-B4E8-0B691D00BDA0}" srcOrd="3" destOrd="0" parTransId="{ABF016A8-4596-41DD-B30C-9E94C07F958C}" sibTransId="{6CBD5A70-D73C-4D1F-9AB7-FD2831BD19F5}"/>
    <dgm:cxn modelId="{E5B0BA78-D2F9-492F-85E2-2F8D28CACA3F}" type="presOf" srcId="{15BC1768-A3FD-4045-B4E8-0B691D00BDA0}" destId="{68BACB76-DA90-4501-B60F-B359FCE2CBEB}" srcOrd="0" destOrd="0" presId="urn:microsoft.com/office/officeart/2005/8/layout/funnel1"/>
    <dgm:cxn modelId="{92053393-7AFC-4EAB-A37B-7AC31BA24E0C}" srcId="{9628AD5A-7292-42A1-B242-AC301E3F6713}" destId="{65BF8F43-294F-41FD-89EB-BA5C5A6A14D4}" srcOrd="1" destOrd="0" parTransId="{570162B2-506F-4373-8CBF-6310358D1E40}" sibTransId="{6A7D2BD8-9AF2-4F24-98A0-F05E1E12051F}"/>
    <dgm:cxn modelId="{70A5299C-832C-453F-843C-C0C5B3444001}" srcId="{9628AD5A-7292-42A1-B242-AC301E3F6713}" destId="{49E19AEC-373A-43EF-ABA5-B0974433B772}" srcOrd="2" destOrd="0" parTransId="{55077A5F-8AA7-4C11-98E7-007104392250}" sibTransId="{8AB2EC35-48AA-44FB-97B7-68E09E4B9BA1}"/>
    <dgm:cxn modelId="{5D50C9A5-59D0-422E-BE32-391121FEB1B5}" type="presOf" srcId="{65BF8F43-294F-41FD-89EB-BA5C5A6A14D4}" destId="{1103FD25-3575-4781-A83E-9AD63C5BADCD}" srcOrd="0" destOrd="0" presId="urn:microsoft.com/office/officeart/2005/8/layout/funnel1"/>
    <dgm:cxn modelId="{02A2F8AF-E360-43DA-9F81-0A0D044E2C23}" srcId="{9628AD5A-7292-42A1-B242-AC301E3F6713}" destId="{95810084-22C2-471C-9488-E1C6DD55E11B}" srcOrd="0" destOrd="0" parTransId="{130D433C-2EDD-4238-897D-1EA9ABA4FDE8}" sibTransId="{F0C5AB60-AEB9-4BA1-9ADD-9028B4C71F50}"/>
    <dgm:cxn modelId="{0BCC18DA-6543-49BE-99BD-3032CD89D703}" type="presOf" srcId="{9628AD5A-7292-42A1-B242-AC301E3F6713}" destId="{8AB5DAFE-794F-4516-80E6-42963700F146}" srcOrd="0" destOrd="0" presId="urn:microsoft.com/office/officeart/2005/8/layout/funnel1"/>
    <dgm:cxn modelId="{D829A0E0-766B-4293-BE0B-7B0849D9739E}" type="presOf" srcId="{49E19AEC-373A-43EF-ABA5-B0974433B772}" destId="{41CE2DA3-5421-4184-BB99-5C025B78126B}" srcOrd="0" destOrd="0" presId="urn:microsoft.com/office/officeart/2005/8/layout/funnel1"/>
    <dgm:cxn modelId="{E284F8D0-BCF2-4037-8217-C65EA6C40F8D}" type="presParOf" srcId="{8AB5DAFE-794F-4516-80E6-42963700F146}" destId="{FB56475B-23A2-4793-84AB-E9B74ECE02A3}" srcOrd="0" destOrd="0" presId="urn:microsoft.com/office/officeart/2005/8/layout/funnel1"/>
    <dgm:cxn modelId="{1607F778-A88C-44AF-8D5F-55A6B52FFA02}" type="presParOf" srcId="{8AB5DAFE-794F-4516-80E6-42963700F146}" destId="{FC3C6654-B649-4D22-83CE-6178DADE9956}" srcOrd="1" destOrd="0" presId="urn:microsoft.com/office/officeart/2005/8/layout/funnel1"/>
    <dgm:cxn modelId="{09AE3EF4-EBB5-4D67-82E9-B826BB50108C}" type="presParOf" srcId="{8AB5DAFE-794F-4516-80E6-42963700F146}" destId="{68BACB76-DA90-4501-B60F-B359FCE2CBEB}" srcOrd="2" destOrd="0" presId="urn:microsoft.com/office/officeart/2005/8/layout/funnel1"/>
    <dgm:cxn modelId="{2D1672D0-4BAB-4858-A828-571CBCEAB11F}" type="presParOf" srcId="{8AB5DAFE-794F-4516-80E6-42963700F146}" destId="{41CE2DA3-5421-4184-BB99-5C025B78126B}" srcOrd="3" destOrd="0" presId="urn:microsoft.com/office/officeart/2005/8/layout/funnel1"/>
    <dgm:cxn modelId="{2FD5BEDA-33EC-423D-8289-E771C7197786}" type="presParOf" srcId="{8AB5DAFE-794F-4516-80E6-42963700F146}" destId="{1103FD25-3575-4781-A83E-9AD63C5BADCD}" srcOrd="4" destOrd="0" presId="urn:microsoft.com/office/officeart/2005/8/layout/funnel1"/>
    <dgm:cxn modelId="{F5B94CCF-517A-43DD-818E-462BB9D4A2E9}" type="presParOf" srcId="{8AB5DAFE-794F-4516-80E6-42963700F146}" destId="{4C3F020A-D02C-464A-8190-271FA5459D3E}" srcOrd="5" destOrd="0" presId="urn:microsoft.com/office/officeart/2005/8/layout/funnel1"/>
    <dgm:cxn modelId="{674D72D5-A0B4-4CD5-84DC-DE3E0D9DC53F}" type="presParOf" srcId="{8AB5DAFE-794F-4516-80E6-42963700F146}" destId="{E59C4DA8-1220-4734-AB85-889AA59A55EE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BA7D15B-B92D-42D8-A808-4F072C208339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A87C6B5-0D5E-41BF-99A0-ECF2BC22B2C4}">
      <dgm:prSet/>
      <dgm:spPr/>
      <dgm:t>
        <a:bodyPr/>
        <a:lstStyle/>
        <a:p>
          <a:r>
            <a:rPr lang="en-US" b="1" i="0" baseline="0" dirty="0"/>
            <a:t>Languages:</a:t>
          </a:r>
          <a:r>
            <a:rPr lang="en-US" b="0" i="0" baseline="0" dirty="0"/>
            <a:t> </a:t>
          </a:r>
          <a:r>
            <a:rPr lang="en-US" b="1" i="0" baseline="0" dirty="0"/>
            <a:t>Python</a:t>
          </a:r>
          <a:r>
            <a:rPr lang="en-US" b="0" i="0" baseline="0" dirty="0"/>
            <a:t>, R, </a:t>
          </a:r>
          <a:r>
            <a:rPr lang="en-US" b="1" i="0" baseline="0" dirty="0"/>
            <a:t>SQL, JavaScript, React</a:t>
          </a:r>
          <a:endParaRPr lang="en-US" b="1" dirty="0"/>
        </a:p>
      </dgm:t>
    </dgm:pt>
    <dgm:pt modelId="{7F920945-9BEC-4DDD-A0C5-34F4B83ABAA7}" type="parTrans" cxnId="{C929CF7B-8C8E-40B2-A89A-DED332115436}">
      <dgm:prSet/>
      <dgm:spPr/>
      <dgm:t>
        <a:bodyPr/>
        <a:lstStyle/>
        <a:p>
          <a:endParaRPr lang="en-US"/>
        </a:p>
      </dgm:t>
    </dgm:pt>
    <dgm:pt modelId="{0C8D9E9E-FC8A-4D18-8F50-8346F11A8328}" type="sibTrans" cxnId="{C929CF7B-8C8E-40B2-A89A-DED332115436}">
      <dgm:prSet/>
      <dgm:spPr/>
      <dgm:t>
        <a:bodyPr/>
        <a:lstStyle/>
        <a:p>
          <a:endParaRPr lang="en-US"/>
        </a:p>
      </dgm:t>
    </dgm:pt>
    <dgm:pt modelId="{8B033460-2156-471B-9152-528E5F4B53A7}">
      <dgm:prSet/>
      <dgm:spPr/>
      <dgm:t>
        <a:bodyPr/>
        <a:lstStyle/>
        <a:p>
          <a:r>
            <a:rPr lang="en-US" b="1" i="0" baseline="0" dirty="0"/>
            <a:t>Libraries:</a:t>
          </a:r>
          <a:r>
            <a:rPr lang="en-US" b="0" i="0" baseline="0" dirty="0"/>
            <a:t> </a:t>
          </a:r>
          <a:r>
            <a:rPr lang="en-US" b="1" i="0" baseline="0" dirty="0"/>
            <a:t>Pandas</a:t>
          </a:r>
          <a:r>
            <a:rPr lang="en-US" b="0" i="0" baseline="0" dirty="0"/>
            <a:t>, NumPy, </a:t>
          </a:r>
          <a:r>
            <a:rPr lang="en-US" b="1" i="0" baseline="0" dirty="0"/>
            <a:t>Matplotlib</a:t>
          </a:r>
          <a:r>
            <a:rPr lang="en-US" b="0" i="0" baseline="0" dirty="0"/>
            <a:t>, Seaborn, </a:t>
          </a:r>
          <a:r>
            <a:rPr lang="en-US" b="1" i="0" baseline="0" dirty="0"/>
            <a:t>Scikit-learn</a:t>
          </a:r>
          <a:endParaRPr lang="en-US" b="1" dirty="0"/>
        </a:p>
      </dgm:t>
    </dgm:pt>
    <dgm:pt modelId="{2BD4F787-40D1-4689-BEFB-20C1F1E15100}" type="parTrans" cxnId="{2AFC2257-33CD-4465-A427-4A912548F20F}">
      <dgm:prSet/>
      <dgm:spPr/>
      <dgm:t>
        <a:bodyPr/>
        <a:lstStyle/>
        <a:p>
          <a:endParaRPr lang="en-US"/>
        </a:p>
      </dgm:t>
    </dgm:pt>
    <dgm:pt modelId="{59D70A02-38C1-4FC1-995F-4C2AC5354C0F}" type="sibTrans" cxnId="{2AFC2257-33CD-4465-A427-4A912548F20F}">
      <dgm:prSet/>
      <dgm:spPr/>
      <dgm:t>
        <a:bodyPr/>
        <a:lstStyle/>
        <a:p>
          <a:endParaRPr lang="en-US"/>
        </a:p>
      </dgm:t>
    </dgm:pt>
    <dgm:pt modelId="{A1724CDB-A7FD-40D6-91D4-212175A4EA47}">
      <dgm:prSet/>
      <dgm:spPr/>
      <dgm:t>
        <a:bodyPr/>
        <a:lstStyle/>
        <a:p>
          <a:r>
            <a:rPr lang="en-US" b="1" i="0" baseline="0" dirty="0"/>
            <a:t>APIs:</a:t>
          </a:r>
          <a:r>
            <a:rPr lang="en-US" b="0" i="0" baseline="0" dirty="0"/>
            <a:t> OECD, UN Comtrade, U.S. Census APIs, </a:t>
          </a:r>
          <a:r>
            <a:rPr lang="en-US" b="0" i="0" baseline="0" dirty="0" err="1"/>
            <a:t>etc</a:t>
          </a:r>
          <a:endParaRPr lang="en-US" dirty="0"/>
        </a:p>
      </dgm:t>
    </dgm:pt>
    <dgm:pt modelId="{068A1BD0-D8A3-4778-B3F3-B973F731AC7F}" type="parTrans" cxnId="{15980C87-C7B9-43D1-80FC-1E923932F3AE}">
      <dgm:prSet/>
      <dgm:spPr/>
      <dgm:t>
        <a:bodyPr/>
        <a:lstStyle/>
        <a:p>
          <a:endParaRPr lang="en-US"/>
        </a:p>
      </dgm:t>
    </dgm:pt>
    <dgm:pt modelId="{3453BBA9-8D19-4140-99E1-15F7589AEC2F}" type="sibTrans" cxnId="{15980C87-C7B9-43D1-80FC-1E923932F3AE}">
      <dgm:prSet/>
      <dgm:spPr/>
      <dgm:t>
        <a:bodyPr/>
        <a:lstStyle/>
        <a:p>
          <a:endParaRPr lang="en-US"/>
        </a:p>
      </dgm:t>
    </dgm:pt>
    <dgm:pt modelId="{E7BE34F8-5747-4B50-9866-39FB85E64BE0}">
      <dgm:prSet/>
      <dgm:spPr/>
      <dgm:t>
        <a:bodyPr/>
        <a:lstStyle/>
        <a:p>
          <a:r>
            <a:rPr lang="en-US" b="1" i="0" baseline="0" dirty="0"/>
            <a:t>Tools:</a:t>
          </a:r>
          <a:r>
            <a:rPr lang="en-US" b="0" i="0" baseline="0" dirty="0"/>
            <a:t> Tableau, </a:t>
          </a:r>
          <a:r>
            <a:rPr lang="en-US" b="0" i="0" baseline="0" dirty="0" err="1"/>
            <a:t>PowerBI</a:t>
          </a:r>
          <a:r>
            <a:rPr lang="en-US" b="0" i="0" baseline="0" dirty="0"/>
            <a:t>, MySQL, Git, </a:t>
          </a:r>
          <a:r>
            <a:rPr lang="en-US" b="0" i="0" baseline="0" dirty="0" err="1"/>
            <a:t>Jupyter</a:t>
          </a:r>
          <a:r>
            <a:rPr lang="en-US" b="0" i="0" baseline="0" dirty="0"/>
            <a:t>, </a:t>
          </a:r>
          <a:r>
            <a:rPr lang="en-US" b="0" i="0" baseline="0" dirty="0" err="1"/>
            <a:t>LangChain</a:t>
          </a:r>
          <a:r>
            <a:rPr lang="en-US" b="0" i="0" baseline="0" dirty="0"/>
            <a:t> (ETL)</a:t>
          </a:r>
          <a:endParaRPr lang="en-US" dirty="0"/>
        </a:p>
      </dgm:t>
    </dgm:pt>
    <dgm:pt modelId="{B3B6A90B-C771-4FC4-B6DA-CB398DF27E9B}" type="parTrans" cxnId="{20F1299C-E40B-40EB-8E6C-6ECB51634138}">
      <dgm:prSet/>
      <dgm:spPr/>
      <dgm:t>
        <a:bodyPr/>
        <a:lstStyle/>
        <a:p>
          <a:endParaRPr lang="en-US"/>
        </a:p>
      </dgm:t>
    </dgm:pt>
    <dgm:pt modelId="{F1F6DAC2-D74D-4B55-A062-9BF26B7F4484}" type="sibTrans" cxnId="{20F1299C-E40B-40EB-8E6C-6ECB51634138}">
      <dgm:prSet/>
      <dgm:spPr/>
      <dgm:t>
        <a:bodyPr/>
        <a:lstStyle/>
        <a:p>
          <a:endParaRPr lang="en-US"/>
        </a:p>
      </dgm:t>
    </dgm:pt>
    <dgm:pt modelId="{9B9F37C3-F7A7-42E7-BA2E-6261B3D70471}">
      <dgm:prSet/>
      <dgm:spPr/>
      <dgm:t>
        <a:bodyPr/>
        <a:lstStyle/>
        <a:p>
          <a:r>
            <a:rPr lang="en-US" b="1" i="0" baseline="0" dirty="0"/>
            <a:t>Cloud:</a:t>
          </a:r>
          <a:r>
            <a:rPr lang="en-US" b="0" i="0" baseline="0" dirty="0"/>
            <a:t> AWS/Azure</a:t>
          </a:r>
          <a:endParaRPr lang="en-US" dirty="0"/>
        </a:p>
      </dgm:t>
    </dgm:pt>
    <dgm:pt modelId="{C1D1EF90-2C73-4AE5-87DB-FB5FFF1B608A}" type="sibTrans" cxnId="{539DA840-DB26-4085-82B4-0D2247914548}">
      <dgm:prSet/>
      <dgm:spPr/>
      <dgm:t>
        <a:bodyPr/>
        <a:lstStyle/>
        <a:p>
          <a:endParaRPr lang="en-US"/>
        </a:p>
      </dgm:t>
    </dgm:pt>
    <dgm:pt modelId="{2DEF8B9D-8674-45ED-9805-F1B14850CEED}" type="parTrans" cxnId="{539DA840-DB26-4085-82B4-0D2247914548}">
      <dgm:prSet/>
      <dgm:spPr/>
      <dgm:t>
        <a:bodyPr/>
        <a:lstStyle/>
        <a:p>
          <a:endParaRPr lang="en-US"/>
        </a:p>
      </dgm:t>
    </dgm:pt>
    <dgm:pt modelId="{9EA095FF-99BB-401B-9391-60F236549A60}" type="pres">
      <dgm:prSet presAssocID="{0BA7D15B-B92D-42D8-A808-4F072C208339}" presName="outerComposite" presStyleCnt="0">
        <dgm:presLayoutVars>
          <dgm:chMax val="5"/>
          <dgm:dir/>
          <dgm:resizeHandles val="exact"/>
        </dgm:presLayoutVars>
      </dgm:prSet>
      <dgm:spPr/>
    </dgm:pt>
    <dgm:pt modelId="{E0C0AFEA-4E02-4372-A9BF-E24BD17D4204}" type="pres">
      <dgm:prSet presAssocID="{0BA7D15B-B92D-42D8-A808-4F072C208339}" presName="dummyMaxCanvas" presStyleCnt="0">
        <dgm:presLayoutVars/>
      </dgm:prSet>
      <dgm:spPr/>
    </dgm:pt>
    <dgm:pt modelId="{8F830D26-0708-4D9C-B928-8ACC69E78591}" type="pres">
      <dgm:prSet presAssocID="{0BA7D15B-B92D-42D8-A808-4F072C208339}" presName="FiveNodes_1" presStyleLbl="node1" presStyleIdx="0" presStyleCnt="5">
        <dgm:presLayoutVars>
          <dgm:bulletEnabled val="1"/>
        </dgm:presLayoutVars>
      </dgm:prSet>
      <dgm:spPr/>
    </dgm:pt>
    <dgm:pt modelId="{95E0EAB7-C710-409D-961D-3609D6C2BD7E}" type="pres">
      <dgm:prSet presAssocID="{0BA7D15B-B92D-42D8-A808-4F072C208339}" presName="FiveNodes_2" presStyleLbl="node1" presStyleIdx="1" presStyleCnt="5" custLinFactNeighborX="772" custLinFactNeighborY="-3048">
        <dgm:presLayoutVars>
          <dgm:bulletEnabled val="1"/>
        </dgm:presLayoutVars>
      </dgm:prSet>
      <dgm:spPr/>
    </dgm:pt>
    <dgm:pt modelId="{B9F67F89-6F83-4974-9901-01AC4E88E8DA}" type="pres">
      <dgm:prSet presAssocID="{0BA7D15B-B92D-42D8-A808-4F072C208339}" presName="FiveNodes_3" presStyleLbl="node1" presStyleIdx="2" presStyleCnt="5">
        <dgm:presLayoutVars>
          <dgm:bulletEnabled val="1"/>
        </dgm:presLayoutVars>
      </dgm:prSet>
      <dgm:spPr/>
    </dgm:pt>
    <dgm:pt modelId="{00003551-26C1-4948-A531-195E41644D25}" type="pres">
      <dgm:prSet presAssocID="{0BA7D15B-B92D-42D8-A808-4F072C208339}" presName="FiveNodes_4" presStyleLbl="node1" presStyleIdx="3" presStyleCnt="5">
        <dgm:presLayoutVars>
          <dgm:bulletEnabled val="1"/>
        </dgm:presLayoutVars>
      </dgm:prSet>
      <dgm:spPr/>
    </dgm:pt>
    <dgm:pt modelId="{057F31B5-4A8A-4CCA-8D27-413DE183100C}" type="pres">
      <dgm:prSet presAssocID="{0BA7D15B-B92D-42D8-A808-4F072C208339}" presName="FiveNodes_5" presStyleLbl="node1" presStyleIdx="4" presStyleCnt="5">
        <dgm:presLayoutVars>
          <dgm:bulletEnabled val="1"/>
        </dgm:presLayoutVars>
      </dgm:prSet>
      <dgm:spPr/>
    </dgm:pt>
    <dgm:pt modelId="{8DBC8A4E-0102-4C1E-A53F-D338CB004BB2}" type="pres">
      <dgm:prSet presAssocID="{0BA7D15B-B92D-42D8-A808-4F072C208339}" presName="FiveConn_1-2" presStyleLbl="fgAccFollowNode1" presStyleIdx="0" presStyleCnt="4">
        <dgm:presLayoutVars>
          <dgm:bulletEnabled val="1"/>
        </dgm:presLayoutVars>
      </dgm:prSet>
      <dgm:spPr/>
    </dgm:pt>
    <dgm:pt modelId="{63E6E765-8A6D-47AB-A4CC-08857BCAFB67}" type="pres">
      <dgm:prSet presAssocID="{0BA7D15B-B92D-42D8-A808-4F072C208339}" presName="FiveConn_2-3" presStyleLbl="fgAccFollowNode1" presStyleIdx="1" presStyleCnt="4">
        <dgm:presLayoutVars>
          <dgm:bulletEnabled val="1"/>
        </dgm:presLayoutVars>
      </dgm:prSet>
      <dgm:spPr/>
    </dgm:pt>
    <dgm:pt modelId="{99B5967F-6155-4620-A0C7-0A78052EA7B5}" type="pres">
      <dgm:prSet presAssocID="{0BA7D15B-B92D-42D8-A808-4F072C208339}" presName="FiveConn_3-4" presStyleLbl="fgAccFollowNode1" presStyleIdx="2" presStyleCnt="4">
        <dgm:presLayoutVars>
          <dgm:bulletEnabled val="1"/>
        </dgm:presLayoutVars>
      </dgm:prSet>
      <dgm:spPr/>
    </dgm:pt>
    <dgm:pt modelId="{651948D9-EBE9-4DCC-8AEE-797B3DB48791}" type="pres">
      <dgm:prSet presAssocID="{0BA7D15B-B92D-42D8-A808-4F072C208339}" presName="FiveConn_4-5" presStyleLbl="fgAccFollowNode1" presStyleIdx="3" presStyleCnt="4">
        <dgm:presLayoutVars>
          <dgm:bulletEnabled val="1"/>
        </dgm:presLayoutVars>
      </dgm:prSet>
      <dgm:spPr/>
    </dgm:pt>
    <dgm:pt modelId="{72ACC1DA-212B-47E4-A6BC-979C1A6969A4}" type="pres">
      <dgm:prSet presAssocID="{0BA7D15B-B92D-42D8-A808-4F072C208339}" presName="FiveNodes_1_text" presStyleLbl="node1" presStyleIdx="4" presStyleCnt="5">
        <dgm:presLayoutVars>
          <dgm:bulletEnabled val="1"/>
        </dgm:presLayoutVars>
      </dgm:prSet>
      <dgm:spPr/>
    </dgm:pt>
    <dgm:pt modelId="{E9474209-4125-463C-BED2-B6D0ABA0D669}" type="pres">
      <dgm:prSet presAssocID="{0BA7D15B-B92D-42D8-A808-4F072C208339}" presName="FiveNodes_2_text" presStyleLbl="node1" presStyleIdx="4" presStyleCnt="5">
        <dgm:presLayoutVars>
          <dgm:bulletEnabled val="1"/>
        </dgm:presLayoutVars>
      </dgm:prSet>
      <dgm:spPr/>
    </dgm:pt>
    <dgm:pt modelId="{D3DC461E-89F4-4840-8949-2B51E4E66B94}" type="pres">
      <dgm:prSet presAssocID="{0BA7D15B-B92D-42D8-A808-4F072C208339}" presName="FiveNodes_3_text" presStyleLbl="node1" presStyleIdx="4" presStyleCnt="5">
        <dgm:presLayoutVars>
          <dgm:bulletEnabled val="1"/>
        </dgm:presLayoutVars>
      </dgm:prSet>
      <dgm:spPr/>
    </dgm:pt>
    <dgm:pt modelId="{7E967C73-8184-4C9F-BA81-DC8B26C4AB93}" type="pres">
      <dgm:prSet presAssocID="{0BA7D15B-B92D-42D8-A808-4F072C208339}" presName="FiveNodes_4_text" presStyleLbl="node1" presStyleIdx="4" presStyleCnt="5">
        <dgm:presLayoutVars>
          <dgm:bulletEnabled val="1"/>
        </dgm:presLayoutVars>
      </dgm:prSet>
      <dgm:spPr/>
    </dgm:pt>
    <dgm:pt modelId="{D2BA4B14-2678-4FD6-B4EB-2CBBC38CD552}" type="pres">
      <dgm:prSet presAssocID="{0BA7D15B-B92D-42D8-A808-4F072C20833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62B21419-2597-4FE6-AF25-06021CFB4CD0}" type="presOf" srcId="{3453BBA9-8D19-4140-99E1-15F7589AEC2F}" destId="{99B5967F-6155-4620-A0C7-0A78052EA7B5}" srcOrd="0" destOrd="0" presId="urn:microsoft.com/office/officeart/2005/8/layout/vProcess5"/>
    <dgm:cxn modelId="{7A787D25-A69B-493C-8B3B-A3B554333A97}" type="presOf" srcId="{0C8D9E9E-FC8A-4D18-8F50-8346F11A8328}" destId="{8DBC8A4E-0102-4C1E-A53F-D338CB004BB2}" srcOrd="0" destOrd="0" presId="urn:microsoft.com/office/officeart/2005/8/layout/vProcess5"/>
    <dgm:cxn modelId="{20F9F13A-B797-4178-BAE1-C980AD593CB5}" type="presOf" srcId="{AA87C6B5-0D5E-41BF-99A0-ECF2BC22B2C4}" destId="{8F830D26-0708-4D9C-B928-8ACC69E78591}" srcOrd="0" destOrd="0" presId="urn:microsoft.com/office/officeart/2005/8/layout/vProcess5"/>
    <dgm:cxn modelId="{539DA840-DB26-4085-82B4-0D2247914548}" srcId="{0BA7D15B-B92D-42D8-A808-4F072C208339}" destId="{9B9F37C3-F7A7-42E7-BA2E-6261B3D70471}" srcOrd="4" destOrd="0" parTransId="{2DEF8B9D-8674-45ED-9805-F1B14850CEED}" sibTransId="{C1D1EF90-2C73-4AE5-87DB-FB5FFF1B608A}"/>
    <dgm:cxn modelId="{16DAAC5C-217F-4987-B052-31462DF4DD9C}" type="presOf" srcId="{A1724CDB-A7FD-40D6-91D4-212175A4EA47}" destId="{B9F67F89-6F83-4974-9901-01AC4E88E8DA}" srcOrd="0" destOrd="0" presId="urn:microsoft.com/office/officeart/2005/8/layout/vProcess5"/>
    <dgm:cxn modelId="{4C20E65E-CE28-4B49-8953-6F82632B904F}" type="presOf" srcId="{8B033460-2156-471B-9152-528E5F4B53A7}" destId="{E9474209-4125-463C-BED2-B6D0ABA0D669}" srcOrd="1" destOrd="0" presId="urn:microsoft.com/office/officeart/2005/8/layout/vProcess5"/>
    <dgm:cxn modelId="{631E6B47-44BD-4B16-A801-28A2D3545EF5}" type="presOf" srcId="{E7BE34F8-5747-4B50-9866-39FB85E64BE0}" destId="{00003551-26C1-4948-A531-195E41644D25}" srcOrd="0" destOrd="0" presId="urn:microsoft.com/office/officeart/2005/8/layout/vProcess5"/>
    <dgm:cxn modelId="{52E00748-528E-4579-ADBD-971EEA887F1C}" type="presOf" srcId="{8B033460-2156-471B-9152-528E5F4B53A7}" destId="{95E0EAB7-C710-409D-961D-3609D6C2BD7E}" srcOrd="0" destOrd="0" presId="urn:microsoft.com/office/officeart/2005/8/layout/vProcess5"/>
    <dgm:cxn modelId="{F45E7E6E-D8F9-4F31-A852-7C67B17E9C5E}" type="presOf" srcId="{A1724CDB-A7FD-40D6-91D4-212175A4EA47}" destId="{D3DC461E-89F4-4840-8949-2B51E4E66B94}" srcOrd="1" destOrd="0" presId="urn:microsoft.com/office/officeart/2005/8/layout/vProcess5"/>
    <dgm:cxn modelId="{E8C1E453-FADB-41CE-8879-E659A2C35196}" type="presOf" srcId="{9B9F37C3-F7A7-42E7-BA2E-6261B3D70471}" destId="{057F31B5-4A8A-4CCA-8D27-413DE183100C}" srcOrd="0" destOrd="0" presId="urn:microsoft.com/office/officeart/2005/8/layout/vProcess5"/>
    <dgm:cxn modelId="{2AFC2257-33CD-4465-A427-4A912548F20F}" srcId="{0BA7D15B-B92D-42D8-A808-4F072C208339}" destId="{8B033460-2156-471B-9152-528E5F4B53A7}" srcOrd="1" destOrd="0" parTransId="{2BD4F787-40D1-4689-BEFB-20C1F1E15100}" sibTransId="{59D70A02-38C1-4FC1-995F-4C2AC5354C0F}"/>
    <dgm:cxn modelId="{C929CF7B-8C8E-40B2-A89A-DED332115436}" srcId="{0BA7D15B-B92D-42D8-A808-4F072C208339}" destId="{AA87C6B5-0D5E-41BF-99A0-ECF2BC22B2C4}" srcOrd="0" destOrd="0" parTransId="{7F920945-9BEC-4DDD-A0C5-34F4B83ABAA7}" sibTransId="{0C8D9E9E-FC8A-4D18-8F50-8346F11A8328}"/>
    <dgm:cxn modelId="{43595486-DECE-484D-BE55-ECF460251C9B}" type="presOf" srcId="{0BA7D15B-B92D-42D8-A808-4F072C208339}" destId="{9EA095FF-99BB-401B-9391-60F236549A60}" srcOrd="0" destOrd="0" presId="urn:microsoft.com/office/officeart/2005/8/layout/vProcess5"/>
    <dgm:cxn modelId="{15980C87-C7B9-43D1-80FC-1E923932F3AE}" srcId="{0BA7D15B-B92D-42D8-A808-4F072C208339}" destId="{A1724CDB-A7FD-40D6-91D4-212175A4EA47}" srcOrd="2" destOrd="0" parTransId="{068A1BD0-D8A3-4778-B3F3-B973F731AC7F}" sibTransId="{3453BBA9-8D19-4140-99E1-15F7589AEC2F}"/>
    <dgm:cxn modelId="{5DF5D787-7BEC-457B-AC91-BA1C687B3BED}" type="presOf" srcId="{E7BE34F8-5747-4B50-9866-39FB85E64BE0}" destId="{7E967C73-8184-4C9F-BA81-DC8B26C4AB93}" srcOrd="1" destOrd="0" presId="urn:microsoft.com/office/officeart/2005/8/layout/vProcess5"/>
    <dgm:cxn modelId="{20F1299C-E40B-40EB-8E6C-6ECB51634138}" srcId="{0BA7D15B-B92D-42D8-A808-4F072C208339}" destId="{E7BE34F8-5747-4B50-9866-39FB85E64BE0}" srcOrd="3" destOrd="0" parTransId="{B3B6A90B-C771-4FC4-B6DA-CB398DF27E9B}" sibTransId="{F1F6DAC2-D74D-4B55-A062-9BF26B7F4484}"/>
    <dgm:cxn modelId="{884B4A9D-F4DF-4DC2-BFA1-D64569B4CCA8}" type="presOf" srcId="{AA87C6B5-0D5E-41BF-99A0-ECF2BC22B2C4}" destId="{72ACC1DA-212B-47E4-A6BC-979C1A6969A4}" srcOrd="1" destOrd="0" presId="urn:microsoft.com/office/officeart/2005/8/layout/vProcess5"/>
    <dgm:cxn modelId="{000E9EC8-9D1E-4606-A272-18FB929F7CE3}" type="presOf" srcId="{59D70A02-38C1-4FC1-995F-4C2AC5354C0F}" destId="{63E6E765-8A6D-47AB-A4CC-08857BCAFB67}" srcOrd="0" destOrd="0" presId="urn:microsoft.com/office/officeart/2005/8/layout/vProcess5"/>
    <dgm:cxn modelId="{2EEBE6D2-1C41-4C27-86D8-ECE70C394CD6}" type="presOf" srcId="{9B9F37C3-F7A7-42E7-BA2E-6261B3D70471}" destId="{D2BA4B14-2678-4FD6-B4EB-2CBBC38CD552}" srcOrd="1" destOrd="0" presId="urn:microsoft.com/office/officeart/2005/8/layout/vProcess5"/>
    <dgm:cxn modelId="{599A43DB-0958-41D3-ACB3-CCB0897175F7}" type="presOf" srcId="{F1F6DAC2-D74D-4B55-A062-9BF26B7F4484}" destId="{651948D9-EBE9-4DCC-8AEE-797B3DB48791}" srcOrd="0" destOrd="0" presId="urn:microsoft.com/office/officeart/2005/8/layout/vProcess5"/>
    <dgm:cxn modelId="{74C9B839-F2AA-40E5-9E66-85F004CB9465}" type="presParOf" srcId="{9EA095FF-99BB-401B-9391-60F236549A60}" destId="{E0C0AFEA-4E02-4372-A9BF-E24BD17D4204}" srcOrd="0" destOrd="0" presId="urn:microsoft.com/office/officeart/2005/8/layout/vProcess5"/>
    <dgm:cxn modelId="{3E330B71-D8D6-49B0-A835-809B72F545B2}" type="presParOf" srcId="{9EA095FF-99BB-401B-9391-60F236549A60}" destId="{8F830D26-0708-4D9C-B928-8ACC69E78591}" srcOrd="1" destOrd="0" presId="urn:microsoft.com/office/officeart/2005/8/layout/vProcess5"/>
    <dgm:cxn modelId="{0027720A-ECCC-4AA6-86D8-81A5B6977377}" type="presParOf" srcId="{9EA095FF-99BB-401B-9391-60F236549A60}" destId="{95E0EAB7-C710-409D-961D-3609D6C2BD7E}" srcOrd="2" destOrd="0" presId="urn:microsoft.com/office/officeart/2005/8/layout/vProcess5"/>
    <dgm:cxn modelId="{AE4753EB-396A-4EB3-8F6C-3C191879DDEA}" type="presParOf" srcId="{9EA095FF-99BB-401B-9391-60F236549A60}" destId="{B9F67F89-6F83-4974-9901-01AC4E88E8DA}" srcOrd="3" destOrd="0" presId="urn:microsoft.com/office/officeart/2005/8/layout/vProcess5"/>
    <dgm:cxn modelId="{7E701853-EE30-46EF-8A09-639EB6226BAF}" type="presParOf" srcId="{9EA095FF-99BB-401B-9391-60F236549A60}" destId="{00003551-26C1-4948-A531-195E41644D25}" srcOrd="4" destOrd="0" presId="urn:microsoft.com/office/officeart/2005/8/layout/vProcess5"/>
    <dgm:cxn modelId="{C23F7647-FE00-4584-A3F5-09FE5163934D}" type="presParOf" srcId="{9EA095FF-99BB-401B-9391-60F236549A60}" destId="{057F31B5-4A8A-4CCA-8D27-413DE183100C}" srcOrd="5" destOrd="0" presId="urn:microsoft.com/office/officeart/2005/8/layout/vProcess5"/>
    <dgm:cxn modelId="{A2627A2E-9B88-4BD0-A595-544BF732C721}" type="presParOf" srcId="{9EA095FF-99BB-401B-9391-60F236549A60}" destId="{8DBC8A4E-0102-4C1E-A53F-D338CB004BB2}" srcOrd="6" destOrd="0" presId="urn:microsoft.com/office/officeart/2005/8/layout/vProcess5"/>
    <dgm:cxn modelId="{21D06757-9B15-4EEA-921E-F8785D074C8B}" type="presParOf" srcId="{9EA095FF-99BB-401B-9391-60F236549A60}" destId="{63E6E765-8A6D-47AB-A4CC-08857BCAFB67}" srcOrd="7" destOrd="0" presId="urn:microsoft.com/office/officeart/2005/8/layout/vProcess5"/>
    <dgm:cxn modelId="{50C8465F-1A4E-4FE6-931D-0B844AF1228C}" type="presParOf" srcId="{9EA095FF-99BB-401B-9391-60F236549A60}" destId="{99B5967F-6155-4620-A0C7-0A78052EA7B5}" srcOrd="8" destOrd="0" presId="urn:microsoft.com/office/officeart/2005/8/layout/vProcess5"/>
    <dgm:cxn modelId="{D73C7E89-488F-4B4F-A7DA-295CA1F9AFA3}" type="presParOf" srcId="{9EA095FF-99BB-401B-9391-60F236549A60}" destId="{651948D9-EBE9-4DCC-8AEE-797B3DB48791}" srcOrd="9" destOrd="0" presId="urn:microsoft.com/office/officeart/2005/8/layout/vProcess5"/>
    <dgm:cxn modelId="{A5876C38-4DEC-4EB0-B081-81AD662A359A}" type="presParOf" srcId="{9EA095FF-99BB-401B-9391-60F236549A60}" destId="{72ACC1DA-212B-47E4-A6BC-979C1A6969A4}" srcOrd="10" destOrd="0" presId="urn:microsoft.com/office/officeart/2005/8/layout/vProcess5"/>
    <dgm:cxn modelId="{9E0B3578-D3B7-4FF2-9F3A-1329A8F10308}" type="presParOf" srcId="{9EA095FF-99BB-401B-9391-60F236549A60}" destId="{E9474209-4125-463C-BED2-B6D0ABA0D669}" srcOrd="11" destOrd="0" presId="urn:microsoft.com/office/officeart/2005/8/layout/vProcess5"/>
    <dgm:cxn modelId="{17AFA645-052B-43FE-8703-05330FDEB34E}" type="presParOf" srcId="{9EA095FF-99BB-401B-9391-60F236549A60}" destId="{D3DC461E-89F4-4840-8949-2B51E4E66B94}" srcOrd="12" destOrd="0" presId="urn:microsoft.com/office/officeart/2005/8/layout/vProcess5"/>
    <dgm:cxn modelId="{E43AB732-BF5C-4A14-A2DA-BC7AB98AA7E2}" type="presParOf" srcId="{9EA095FF-99BB-401B-9391-60F236549A60}" destId="{7E967C73-8184-4C9F-BA81-DC8B26C4AB93}" srcOrd="13" destOrd="0" presId="urn:microsoft.com/office/officeart/2005/8/layout/vProcess5"/>
    <dgm:cxn modelId="{3FEE7399-65F8-444D-94B9-943845504CF4}" type="presParOf" srcId="{9EA095FF-99BB-401B-9391-60F236549A60}" destId="{D2BA4B14-2678-4FD6-B4EB-2CBBC38CD552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59FA3CB-EBDF-4E7C-AEF0-EEAB51C9D73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9346883-954D-4B60-BC59-5BCCB022B66F}">
      <dgm:prSet/>
      <dgm:spPr/>
      <dgm:t>
        <a:bodyPr/>
        <a:lstStyle/>
        <a:p>
          <a:r>
            <a:rPr lang="en-US"/>
            <a:t>Ohio is a strong exporter but there are some clear trade gaps</a:t>
          </a:r>
        </a:p>
      </dgm:t>
    </dgm:pt>
    <dgm:pt modelId="{4408C555-91F7-4DFE-9481-580A0C66E68B}" type="parTrans" cxnId="{174F319C-384E-4122-B8AF-B3B9198D8202}">
      <dgm:prSet/>
      <dgm:spPr/>
      <dgm:t>
        <a:bodyPr/>
        <a:lstStyle/>
        <a:p>
          <a:endParaRPr lang="en-US"/>
        </a:p>
      </dgm:t>
    </dgm:pt>
    <dgm:pt modelId="{A2671F41-FE7F-417D-8A3B-AE9BD01A1D96}" type="sibTrans" cxnId="{174F319C-384E-4122-B8AF-B3B9198D8202}">
      <dgm:prSet/>
      <dgm:spPr/>
      <dgm:t>
        <a:bodyPr/>
        <a:lstStyle/>
        <a:p>
          <a:endParaRPr lang="en-US"/>
        </a:p>
      </dgm:t>
    </dgm:pt>
    <dgm:pt modelId="{CB8DF02A-2285-4FE9-BBCD-4A10CF304C05}">
      <dgm:prSet/>
      <dgm:spPr/>
      <dgm:t>
        <a:bodyPr/>
        <a:lstStyle/>
        <a:p>
          <a:r>
            <a:rPr lang="en-US"/>
            <a:t>Global Demand is rising in markets where Ohio is underrepresented</a:t>
          </a:r>
        </a:p>
      </dgm:t>
    </dgm:pt>
    <dgm:pt modelId="{321ED1E7-8B2D-4479-B316-09F7223F70D2}" type="parTrans" cxnId="{BD6AF9FC-C0FA-41CF-A6F1-2B89DD545970}">
      <dgm:prSet/>
      <dgm:spPr/>
      <dgm:t>
        <a:bodyPr/>
        <a:lstStyle/>
        <a:p>
          <a:endParaRPr lang="en-US"/>
        </a:p>
      </dgm:t>
    </dgm:pt>
    <dgm:pt modelId="{A58F3D03-3037-4C21-BF72-ED3346130C51}" type="sibTrans" cxnId="{BD6AF9FC-C0FA-41CF-A6F1-2B89DD545970}">
      <dgm:prSet/>
      <dgm:spPr/>
      <dgm:t>
        <a:bodyPr/>
        <a:lstStyle/>
        <a:p>
          <a:endParaRPr lang="en-US"/>
        </a:p>
      </dgm:t>
    </dgm:pt>
    <dgm:pt modelId="{5CA33DF0-EF78-4C0A-98C3-063899B18898}">
      <dgm:prSet/>
      <dgm:spPr/>
      <dgm:t>
        <a:bodyPr/>
        <a:lstStyle/>
        <a:p>
          <a:r>
            <a:rPr lang="en-US"/>
            <a:t>We can use U.S. Census Data, UN Comtrade, OECD BTiGE for national level, international level &amp; product level data respectively</a:t>
          </a:r>
        </a:p>
      </dgm:t>
    </dgm:pt>
    <dgm:pt modelId="{34BCE50A-250E-4457-87D7-85291B70E8D1}" type="parTrans" cxnId="{DE0A5B05-EA0C-40D0-8915-ADFAFB4CF817}">
      <dgm:prSet/>
      <dgm:spPr/>
      <dgm:t>
        <a:bodyPr/>
        <a:lstStyle/>
        <a:p>
          <a:endParaRPr lang="en-US"/>
        </a:p>
      </dgm:t>
    </dgm:pt>
    <dgm:pt modelId="{4EF08D11-B055-4C8D-B5E0-35A443A11537}" type="sibTrans" cxnId="{DE0A5B05-EA0C-40D0-8915-ADFAFB4CF817}">
      <dgm:prSet/>
      <dgm:spPr/>
      <dgm:t>
        <a:bodyPr/>
        <a:lstStyle/>
        <a:p>
          <a:endParaRPr lang="en-US"/>
        </a:p>
      </dgm:t>
    </dgm:pt>
    <dgm:pt modelId="{7C1A038A-699D-45AF-843D-B53334F2BF67}">
      <dgm:prSet/>
      <dgm:spPr/>
      <dgm:t>
        <a:bodyPr/>
        <a:lstStyle/>
        <a:p>
          <a:r>
            <a:rPr lang="en-US"/>
            <a:t>The Goal of the Project is to Automate this Process by leveraging AI</a:t>
          </a:r>
        </a:p>
      </dgm:t>
    </dgm:pt>
    <dgm:pt modelId="{8C030301-FD87-4088-ABA2-4CA8462289C8}" type="parTrans" cxnId="{E96F57AD-689B-4CE3-A334-23E94D61530C}">
      <dgm:prSet/>
      <dgm:spPr/>
      <dgm:t>
        <a:bodyPr/>
        <a:lstStyle/>
        <a:p>
          <a:endParaRPr lang="en-US"/>
        </a:p>
      </dgm:t>
    </dgm:pt>
    <dgm:pt modelId="{591FFAA0-BAB5-426B-9EE7-53AADC890DF8}" type="sibTrans" cxnId="{E96F57AD-689B-4CE3-A334-23E94D61530C}">
      <dgm:prSet/>
      <dgm:spPr/>
      <dgm:t>
        <a:bodyPr/>
        <a:lstStyle/>
        <a:p>
          <a:endParaRPr lang="en-US"/>
        </a:p>
      </dgm:t>
    </dgm:pt>
    <dgm:pt modelId="{73DFF367-1074-4ECE-AAEF-90A0EDD6EA23}">
      <dgm:prSet/>
      <dgm:spPr/>
      <dgm:t>
        <a:bodyPr/>
        <a:lstStyle/>
        <a:p>
          <a:r>
            <a:rPr lang="en-US"/>
            <a:t>This can provide real time insights in Global Trade &amp; can also benefit small businesses</a:t>
          </a:r>
        </a:p>
      </dgm:t>
    </dgm:pt>
    <dgm:pt modelId="{861D7C69-12CE-4919-99C7-4EA4F1B69F2D}" type="parTrans" cxnId="{F7BE943C-F9A0-4CAA-A078-96BBFAF66F85}">
      <dgm:prSet/>
      <dgm:spPr/>
      <dgm:t>
        <a:bodyPr/>
        <a:lstStyle/>
        <a:p>
          <a:endParaRPr lang="en-US"/>
        </a:p>
      </dgm:t>
    </dgm:pt>
    <dgm:pt modelId="{0F068434-1665-4CD7-AFD9-DDF7F0274485}" type="sibTrans" cxnId="{F7BE943C-F9A0-4CAA-A078-96BBFAF66F85}">
      <dgm:prSet/>
      <dgm:spPr/>
      <dgm:t>
        <a:bodyPr/>
        <a:lstStyle/>
        <a:p>
          <a:endParaRPr lang="en-US"/>
        </a:p>
      </dgm:t>
    </dgm:pt>
    <dgm:pt modelId="{51A0E55F-C67C-4C53-BAF0-C5176FE5D4BC}" type="pres">
      <dgm:prSet presAssocID="{D59FA3CB-EBDF-4E7C-AEF0-EEAB51C9D732}" presName="vert0" presStyleCnt="0">
        <dgm:presLayoutVars>
          <dgm:dir/>
          <dgm:animOne val="branch"/>
          <dgm:animLvl val="lvl"/>
        </dgm:presLayoutVars>
      </dgm:prSet>
      <dgm:spPr/>
    </dgm:pt>
    <dgm:pt modelId="{0C6E4040-A3D3-43BA-951E-1F5A9A8A4368}" type="pres">
      <dgm:prSet presAssocID="{E9346883-954D-4B60-BC59-5BCCB022B66F}" presName="thickLine" presStyleLbl="alignNode1" presStyleIdx="0" presStyleCnt="5"/>
      <dgm:spPr/>
    </dgm:pt>
    <dgm:pt modelId="{49646742-4F9D-4C2F-BD03-05ACCB56E9F3}" type="pres">
      <dgm:prSet presAssocID="{E9346883-954D-4B60-BC59-5BCCB022B66F}" presName="horz1" presStyleCnt="0"/>
      <dgm:spPr/>
    </dgm:pt>
    <dgm:pt modelId="{5E99CFA1-DABF-4DAA-9C07-A26CBDBD54AF}" type="pres">
      <dgm:prSet presAssocID="{E9346883-954D-4B60-BC59-5BCCB022B66F}" presName="tx1" presStyleLbl="revTx" presStyleIdx="0" presStyleCnt="5"/>
      <dgm:spPr/>
    </dgm:pt>
    <dgm:pt modelId="{02D5AF73-D905-47C3-8E19-37F168BCFF43}" type="pres">
      <dgm:prSet presAssocID="{E9346883-954D-4B60-BC59-5BCCB022B66F}" presName="vert1" presStyleCnt="0"/>
      <dgm:spPr/>
    </dgm:pt>
    <dgm:pt modelId="{CC4E161C-664E-479F-96DC-FF1ED87538D7}" type="pres">
      <dgm:prSet presAssocID="{CB8DF02A-2285-4FE9-BBCD-4A10CF304C05}" presName="thickLine" presStyleLbl="alignNode1" presStyleIdx="1" presStyleCnt="5"/>
      <dgm:spPr/>
    </dgm:pt>
    <dgm:pt modelId="{4E60B644-5A4B-4362-BF7E-AA0ECACCCC83}" type="pres">
      <dgm:prSet presAssocID="{CB8DF02A-2285-4FE9-BBCD-4A10CF304C05}" presName="horz1" presStyleCnt="0"/>
      <dgm:spPr/>
    </dgm:pt>
    <dgm:pt modelId="{9013C4E5-B9D3-4AFE-84A6-103FAB55222C}" type="pres">
      <dgm:prSet presAssocID="{CB8DF02A-2285-4FE9-BBCD-4A10CF304C05}" presName="tx1" presStyleLbl="revTx" presStyleIdx="1" presStyleCnt="5"/>
      <dgm:spPr/>
    </dgm:pt>
    <dgm:pt modelId="{3B5AC7BA-4C70-4C82-89C4-BD76ACDDF34A}" type="pres">
      <dgm:prSet presAssocID="{CB8DF02A-2285-4FE9-BBCD-4A10CF304C05}" presName="vert1" presStyleCnt="0"/>
      <dgm:spPr/>
    </dgm:pt>
    <dgm:pt modelId="{7A522487-B608-4AC3-8C3E-E9733BDBB515}" type="pres">
      <dgm:prSet presAssocID="{5CA33DF0-EF78-4C0A-98C3-063899B18898}" presName="thickLine" presStyleLbl="alignNode1" presStyleIdx="2" presStyleCnt="5"/>
      <dgm:spPr/>
    </dgm:pt>
    <dgm:pt modelId="{44C7D9BC-501D-4F99-8304-605D2B41EEB8}" type="pres">
      <dgm:prSet presAssocID="{5CA33DF0-EF78-4C0A-98C3-063899B18898}" presName="horz1" presStyleCnt="0"/>
      <dgm:spPr/>
    </dgm:pt>
    <dgm:pt modelId="{D79C17B1-E8B5-44D7-96E0-D33A1EE07F92}" type="pres">
      <dgm:prSet presAssocID="{5CA33DF0-EF78-4C0A-98C3-063899B18898}" presName="tx1" presStyleLbl="revTx" presStyleIdx="2" presStyleCnt="5"/>
      <dgm:spPr/>
    </dgm:pt>
    <dgm:pt modelId="{2C65FFD5-9F26-4BBC-B69C-DCCE981838B8}" type="pres">
      <dgm:prSet presAssocID="{5CA33DF0-EF78-4C0A-98C3-063899B18898}" presName="vert1" presStyleCnt="0"/>
      <dgm:spPr/>
    </dgm:pt>
    <dgm:pt modelId="{44F7592D-3C6A-409B-AAB7-9657F46E2E43}" type="pres">
      <dgm:prSet presAssocID="{7C1A038A-699D-45AF-843D-B53334F2BF67}" presName="thickLine" presStyleLbl="alignNode1" presStyleIdx="3" presStyleCnt="5"/>
      <dgm:spPr/>
    </dgm:pt>
    <dgm:pt modelId="{5AAC4013-849F-4F19-B671-DA3A876C0A91}" type="pres">
      <dgm:prSet presAssocID="{7C1A038A-699D-45AF-843D-B53334F2BF67}" presName="horz1" presStyleCnt="0"/>
      <dgm:spPr/>
    </dgm:pt>
    <dgm:pt modelId="{B96AF9C7-2A0D-4A73-848D-8D1555502188}" type="pres">
      <dgm:prSet presAssocID="{7C1A038A-699D-45AF-843D-B53334F2BF67}" presName="tx1" presStyleLbl="revTx" presStyleIdx="3" presStyleCnt="5"/>
      <dgm:spPr/>
    </dgm:pt>
    <dgm:pt modelId="{25C4370A-9A5E-4CFE-88B3-D102F4425054}" type="pres">
      <dgm:prSet presAssocID="{7C1A038A-699D-45AF-843D-B53334F2BF67}" presName="vert1" presStyleCnt="0"/>
      <dgm:spPr/>
    </dgm:pt>
    <dgm:pt modelId="{CE43CF77-B6BD-4B18-B109-7CBE5F2FDAAA}" type="pres">
      <dgm:prSet presAssocID="{73DFF367-1074-4ECE-AAEF-90A0EDD6EA23}" presName="thickLine" presStyleLbl="alignNode1" presStyleIdx="4" presStyleCnt="5"/>
      <dgm:spPr/>
    </dgm:pt>
    <dgm:pt modelId="{F4E2C94A-6C9B-4774-82BE-A0DC3199EDA9}" type="pres">
      <dgm:prSet presAssocID="{73DFF367-1074-4ECE-AAEF-90A0EDD6EA23}" presName="horz1" presStyleCnt="0"/>
      <dgm:spPr/>
    </dgm:pt>
    <dgm:pt modelId="{D1DB501D-3BB2-4C86-ACE8-6E75F852ADC0}" type="pres">
      <dgm:prSet presAssocID="{73DFF367-1074-4ECE-AAEF-90A0EDD6EA23}" presName="tx1" presStyleLbl="revTx" presStyleIdx="4" presStyleCnt="5"/>
      <dgm:spPr/>
    </dgm:pt>
    <dgm:pt modelId="{84ED7DBE-C658-41AF-A35A-4FE328E63B8D}" type="pres">
      <dgm:prSet presAssocID="{73DFF367-1074-4ECE-AAEF-90A0EDD6EA23}" presName="vert1" presStyleCnt="0"/>
      <dgm:spPr/>
    </dgm:pt>
  </dgm:ptLst>
  <dgm:cxnLst>
    <dgm:cxn modelId="{DE0A5B05-EA0C-40D0-8915-ADFAFB4CF817}" srcId="{D59FA3CB-EBDF-4E7C-AEF0-EEAB51C9D732}" destId="{5CA33DF0-EF78-4C0A-98C3-063899B18898}" srcOrd="2" destOrd="0" parTransId="{34BCE50A-250E-4457-87D7-85291B70E8D1}" sibTransId="{4EF08D11-B055-4C8D-B5E0-35A443A11537}"/>
    <dgm:cxn modelId="{F7BE943C-F9A0-4CAA-A078-96BBFAF66F85}" srcId="{D59FA3CB-EBDF-4E7C-AEF0-EEAB51C9D732}" destId="{73DFF367-1074-4ECE-AAEF-90A0EDD6EA23}" srcOrd="4" destOrd="0" parTransId="{861D7C69-12CE-4919-99C7-4EA4F1B69F2D}" sibTransId="{0F068434-1665-4CD7-AFD9-DDF7F0274485}"/>
    <dgm:cxn modelId="{07DB7748-2A88-4A8D-A5AB-B06AD7177FE2}" type="presOf" srcId="{D59FA3CB-EBDF-4E7C-AEF0-EEAB51C9D732}" destId="{51A0E55F-C67C-4C53-BAF0-C5176FE5D4BC}" srcOrd="0" destOrd="0" presId="urn:microsoft.com/office/officeart/2008/layout/LinedList"/>
    <dgm:cxn modelId="{A0AF1359-7FD0-4E1E-B631-6F15D83DE069}" type="presOf" srcId="{5CA33DF0-EF78-4C0A-98C3-063899B18898}" destId="{D79C17B1-E8B5-44D7-96E0-D33A1EE07F92}" srcOrd="0" destOrd="0" presId="urn:microsoft.com/office/officeart/2008/layout/LinedList"/>
    <dgm:cxn modelId="{174F319C-384E-4122-B8AF-B3B9198D8202}" srcId="{D59FA3CB-EBDF-4E7C-AEF0-EEAB51C9D732}" destId="{E9346883-954D-4B60-BC59-5BCCB022B66F}" srcOrd="0" destOrd="0" parTransId="{4408C555-91F7-4DFE-9481-580A0C66E68B}" sibTransId="{A2671F41-FE7F-417D-8A3B-AE9BD01A1D96}"/>
    <dgm:cxn modelId="{E96F57AD-689B-4CE3-A334-23E94D61530C}" srcId="{D59FA3CB-EBDF-4E7C-AEF0-EEAB51C9D732}" destId="{7C1A038A-699D-45AF-843D-B53334F2BF67}" srcOrd="3" destOrd="0" parTransId="{8C030301-FD87-4088-ABA2-4CA8462289C8}" sibTransId="{591FFAA0-BAB5-426B-9EE7-53AADC890DF8}"/>
    <dgm:cxn modelId="{303633CF-BB08-4190-880C-8109B383E9E7}" type="presOf" srcId="{E9346883-954D-4B60-BC59-5BCCB022B66F}" destId="{5E99CFA1-DABF-4DAA-9C07-A26CBDBD54AF}" srcOrd="0" destOrd="0" presId="urn:microsoft.com/office/officeart/2008/layout/LinedList"/>
    <dgm:cxn modelId="{713BE7D2-3CF2-45F9-844D-535186A2E386}" type="presOf" srcId="{73DFF367-1074-4ECE-AAEF-90A0EDD6EA23}" destId="{D1DB501D-3BB2-4C86-ACE8-6E75F852ADC0}" srcOrd="0" destOrd="0" presId="urn:microsoft.com/office/officeart/2008/layout/LinedList"/>
    <dgm:cxn modelId="{986C5BDD-F26C-4FA4-8D7C-17B6192E0D21}" type="presOf" srcId="{CB8DF02A-2285-4FE9-BBCD-4A10CF304C05}" destId="{9013C4E5-B9D3-4AFE-84A6-103FAB55222C}" srcOrd="0" destOrd="0" presId="urn:microsoft.com/office/officeart/2008/layout/LinedList"/>
    <dgm:cxn modelId="{F201EEE5-F484-4FE2-A49F-34B9EFA481C6}" type="presOf" srcId="{7C1A038A-699D-45AF-843D-B53334F2BF67}" destId="{B96AF9C7-2A0D-4A73-848D-8D1555502188}" srcOrd="0" destOrd="0" presId="urn:microsoft.com/office/officeart/2008/layout/LinedList"/>
    <dgm:cxn modelId="{BD6AF9FC-C0FA-41CF-A6F1-2B89DD545970}" srcId="{D59FA3CB-EBDF-4E7C-AEF0-EEAB51C9D732}" destId="{CB8DF02A-2285-4FE9-BBCD-4A10CF304C05}" srcOrd="1" destOrd="0" parTransId="{321ED1E7-8B2D-4479-B316-09F7223F70D2}" sibTransId="{A58F3D03-3037-4C21-BF72-ED3346130C51}"/>
    <dgm:cxn modelId="{FB940A8E-CEF3-472C-A35C-C239F0EBB7CD}" type="presParOf" srcId="{51A0E55F-C67C-4C53-BAF0-C5176FE5D4BC}" destId="{0C6E4040-A3D3-43BA-951E-1F5A9A8A4368}" srcOrd="0" destOrd="0" presId="urn:microsoft.com/office/officeart/2008/layout/LinedList"/>
    <dgm:cxn modelId="{6C5CDD05-3350-4DE5-B3B0-6DAC631B7CEF}" type="presParOf" srcId="{51A0E55F-C67C-4C53-BAF0-C5176FE5D4BC}" destId="{49646742-4F9D-4C2F-BD03-05ACCB56E9F3}" srcOrd="1" destOrd="0" presId="urn:microsoft.com/office/officeart/2008/layout/LinedList"/>
    <dgm:cxn modelId="{68A1B408-A4AB-4F7D-BF83-E2758380CE1E}" type="presParOf" srcId="{49646742-4F9D-4C2F-BD03-05ACCB56E9F3}" destId="{5E99CFA1-DABF-4DAA-9C07-A26CBDBD54AF}" srcOrd="0" destOrd="0" presId="urn:microsoft.com/office/officeart/2008/layout/LinedList"/>
    <dgm:cxn modelId="{B8807A93-FDA7-4FCA-835F-6A6E11FCDF04}" type="presParOf" srcId="{49646742-4F9D-4C2F-BD03-05ACCB56E9F3}" destId="{02D5AF73-D905-47C3-8E19-37F168BCFF43}" srcOrd="1" destOrd="0" presId="urn:microsoft.com/office/officeart/2008/layout/LinedList"/>
    <dgm:cxn modelId="{39A6E0B9-EE2C-4F4B-9A80-578F8990AD6E}" type="presParOf" srcId="{51A0E55F-C67C-4C53-BAF0-C5176FE5D4BC}" destId="{CC4E161C-664E-479F-96DC-FF1ED87538D7}" srcOrd="2" destOrd="0" presId="urn:microsoft.com/office/officeart/2008/layout/LinedList"/>
    <dgm:cxn modelId="{3FD56EE6-7833-4BF9-987C-18E38279E9E4}" type="presParOf" srcId="{51A0E55F-C67C-4C53-BAF0-C5176FE5D4BC}" destId="{4E60B644-5A4B-4362-BF7E-AA0ECACCCC83}" srcOrd="3" destOrd="0" presId="urn:microsoft.com/office/officeart/2008/layout/LinedList"/>
    <dgm:cxn modelId="{1E17BDB5-39C7-49A9-A36E-A51D751B0E19}" type="presParOf" srcId="{4E60B644-5A4B-4362-BF7E-AA0ECACCCC83}" destId="{9013C4E5-B9D3-4AFE-84A6-103FAB55222C}" srcOrd="0" destOrd="0" presId="urn:microsoft.com/office/officeart/2008/layout/LinedList"/>
    <dgm:cxn modelId="{E93A30DE-06EA-40AF-90FB-325986BDE366}" type="presParOf" srcId="{4E60B644-5A4B-4362-BF7E-AA0ECACCCC83}" destId="{3B5AC7BA-4C70-4C82-89C4-BD76ACDDF34A}" srcOrd="1" destOrd="0" presId="urn:microsoft.com/office/officeart/2008/layout/LinedList"/>
    <dgm:cxn modelId="{FAD24CC0-748C-41D3-A9D8-9E7D17412AB4}" type="presParOf" srcId="{51A0E55F-C67C-4C53-BAF0-C5176FE5D4BC}" destId="{7A522487-B608-4AC3-8C3E-E9733BDBB515}" srcOrd="4" destOrd="0" presId="urn:microsoft.com/office/officeart/2008/layout/LinedList"/>
    <dgm:cxn modelId="{2FB1AA9D-2EC5-4962-A8BD-0F523C9DEED7}" type="presParOf" srcId="{51A0E55F-C67C-4C53-BAF0-C5176FE5D4BC}" destId="{44C7D9BC-501D-4F99-8304-605D2B41EEB8}" srcOrd="5" destOrd="0" presId="urn:microsoft.com/office/officeart/2008/layout/LinedList"/>
    <dgm:cxn modelId="{D58FA741-670E-4887-9ED3-EBDED94AE145}" type="presParOf" srcId="{44C7D9BC-501D-4F99-8304-605D2B41EEB8}" destId="{D79C17B1-E8B5-44D7-96E0-D33A1EE07F92}" srcOrd="0" destOrd="0" presId="urn:microsoft.com/office/officeart/2008/layout/LinedList"/>
    <dgm:cxn modelId="{F36A32F4-57E9-4FBB-AE06-8D56EE8B4C85}" type="presParOf" srcId="{44C7D9BC-501D-4F99-8304-605D2B41EEB8}" destId="{2C65FFD5-9F26-4BBC-B69C-DCCE981838B8}" srcOrd="1" destOrd="0" presId="urn:microsoft.com/office/officeart/2008/layout/LinedList"/>
    <dgm:cxn modelId="{1698015D-A813-4601-8BB8-4071C027B744}" type="presParOf" srcId="{51A0E55F-C67C-4C53-BAF0-C5176FE5D4BC}" destId="{44F7592D-3C6A-409B-AAB7-9657F46E2E43}" srcOrd="6" destOrd="0" presId="urn:microsoft.com/office/officeart/2008/layout/LinedList"/>
    <dgm:cxn modelId="{3A530F44-6983-45FD-9C5E-88D80FDC8F42}" type="presParOf" srcId="{51A0E55F-C67C-4C53-BAF0-C5176FE5D4BC}" destId="{5AAC4013-849F-4F19-B671-DA3A876C0A91}" srcOrd="7" destOrd="0" presId="urn:microsoft.com/office/officeart/2008/layout/LinedList"/>
    <dgm:cxn modelId="{FE4579F4-986B-4CAF-A759-811182C92975}" type="presParOf" srcId="{5AAC4013-849F-4F19-B671-DA3A876C0A91}" destId="{B96AF9C7-2A0D-4A73-848D-8D1555502188}" srcOrd="0" destOrd="0" presId="urn:microsoft.com/office/officeart/2008/layout/LinedList"/>
    <dgm:cxn modelId="{BE4C6665-DF2E-498B-AD60-7F20727916D8}" type="presParOf" srcId="{5AAC4013-849F-4F19-B671-DA3A876C0A91}" destId="{25C4370A-9A5E-4CFE-88B3-D102F4425054}" srcOrd="1" destOrd="0" presId="urn:microsoft.com/office/officeart/2008/layout/LinedList"/>
    <dgm:cxn modelId="{FC8D225E-8FC7-426A-A8FE-6B160FE63C12}" type="presParOf" srcId="{51A0E55F-C67C-4C53-BAF0-C5176FE5D4BC}" destId="{CE43CF77-B6BD-4B18-B109-7CBE5F2FDAAA}" srcOrd="8" destOrd="0" presId="urn:microsoft.com/office/officeart/2008/layout/LinedList"/>
    <dgm:cxn modelId="{58ABFEFF-AFD8-4E84-8570-380E5D5DDF21}" type="presParOf" srcId="{51A0E55F-C67C-4C53-BAF0-C5176FE5D4BC}" destId="{F4E2C94A-6C9B-4774-82BE-A0DC3199EDA9}" srcOrd="9" destOrd="0" presId="urn:microsoft.com/office/officeart/2008/layout/LinedList"/>
    <dgm:cxn modelId="{1CEF353F-2BCA-43A4-8242-4610B6BCCBE0}" type="presParOf" srcId="{F4E2C94A-6C9B-4774-82BE-A0DC3199EDA9}" destId="{D1DB501D-3BB2-4C86-ACE8-6E75F852ADC0}" srcOrd="0" destOrd="0" presId="urn:microsoft.com/office/officeart/2008/layout/LinedList"/>
    <dgm:cxn modelId="{C08308F7-8EC4-48CA-853B-1460B08A28D1}" type="presParOf" srcId="{F4E2C94A-6C9B-4774-82BE-A0DC3199EDA9}" destId="{84ED7DBE-C658-41AF-A35A-4FE328E63B8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6B025D-1C62-4F75-88A1-802E1CC2105B}">
      <dsp:nvSpPr>
        <dsp:cNvPr id="0" name=""/>
        <dsp:cNvSpPr/>
      </dsp:nvSpPr>
      <dsp:spPr>
        <a:xfrm>
          <a:off x="0" y="3853"/>
          <a:ext cx="11894602" cy="8208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E8A001-DA46-451D-AC94-9960E9081E6E}">
      <dsp:nvSpPr>
        <dsp:cNvPr id="0" name=""/>
        <dsp:cNvSpPr/>
      </dsp:nvSpPr>
      <dsp:spPr>
        <a:xfrm>
          <a:off x="248293" y="188534"/>
          <a:ext cx="451442" cy="4514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7393C9-59FC-4210-B248-4FD9A77ED83C}">
      <dsp:nvSpPr>
        <dsp:cNvPr id="0" name=""/>
        <dsp:cNvSpPr/>
      </dsp:nvSpPr>
      <dsp:spPr>
        <a:xfrm>
          <a:off x="948029" y="3853"/>
          <a:ext cx="10946572" cy="820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868" tIns="86868" rIns="86868" bIns="8686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Exploring the Datasets</a:t>
          </a:r>
        </a:p>
      </dsp:txBody>
      <dsp:txXfrm>
        <a:off x="948029" y="3853"/>
        <a:ext cx="10946572" cy="820804"/>
      </dsp:txXfrm>
    </dsp:sp>
    <dsp:sp modelId="{F29C46F9-754E-4759-B41B-C7D45F3AB691}">
      <dsp:nvSpPr>
        <dsp:cNvPr id="0" name=""/>
        <dsp:cNvSpPr/>
      </dsp:nvSpPr>
      <dsp:spPr>
        <a:xfrm>
          <a:off x="0" y="1029859"/>
          <a:ext cx="11894602" cy="8208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CE1C02-D64E-42F4-B8D4-C6E5C1C2E156}">
      <dsp:nvSpPr>
        <dsp:cNvPr id="0" name=""/>
        <dsp:cNvSpPr/>
      </dsp:nvSpPr>
      <dsp:spPr>
        <a:xfrm>
          <a:off x="248293" y="1214540"/>
          <a:ext cx="451442" cy="4514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39E9A5-2575-4565-BB88-80673BBACBB6}">
      <dsp:nvSpPr>
        <dsp:cNvPr id="0" name=""/>
        <dsp:cNvSpPr/>
      </dsp:nvSpPr>
      <dsp:spPr>
        <a:xfrm>
          <a:off x="948029" y="1029859"/>
          <a:ext cx="10946572" cy="820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868" tIns="86868" rIns="86868" bIns="8686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Ohio’s Export Gaps &amp; Export Potential</a:t>
          </a:r>
        </a:p>
      </dsp:txBody>
      <dsp:txXfrm>
        <a:off x="948029" y="1029859"/>
        <a:ext cx="10946572" cy="820804"/>
      </dsp:txXfrm>
    </dsp:sp>
    <dsp:sp modelId="{D88BBE6E-D627-4015-813E-5F74FCD41B11}">
      <dsp:nvSpPr>
        <dsp:cNvPr id="0" name=""/>
        <dsp:cNvSpPr/>
      </dsp:nvSpPr>
      <dsp:spPr>
        <a:xfrm>
          <a:off x="0" y="2055865"/>
          <a:ext cx="11894602" cy="8208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36275B-1DDE-4F84-98C2-907EE21880D9}">
      <dsp:nvSpPr>
        <dsp:cNvPr id="0" name=""/>
        <dsp:cNvSpPr/>
      </dsp:nvSpPr>
      <dsp:spPr>
        <a:xfrm>
          <a:off x="248293" y="2240546"/>
          <a:ext cx="451442" cy="4514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8BFF4-37A9-42AE-A971-B3C1CF2A9461}">
      <dsp:nvSpPr>
        <dsp:cNvPr id="0" name=""/>
        <dsp:cNvSpPr/>
      </dsp:nvSpPr>
      <dsp:spPr>
        <a:xfrm>
          <a:off x="948029" y="2055865"/>
          <a:ext cx="10946572" cy="820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868" tIns="86868" rIns="86868" bIns="8686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Automating the process</a:t>
          </a:r>
        </a:p>
      </dsp:txBody>
      <dsp:txXfrm>
        <a:off x="948029" y="2055865"/>
        <a:ext cx="10946572" cy="820804"/>
      </dsp:txXfrm>
    </dsp:sp>
    <dsp:sp modelId="{B40AC870-05A9-4A5B-B82C-06BC2CADF810}">
      <dsp:nvSpPr>
        <dsp:cNvPr id="0" name=""/>
        <dsp:cNvSpPr/>
      </dsp:nvSpPr>
      <dsp:spPr>
        <a:xfrm>
          <a:off x="0" y="3081870"/>
          <a:ext cx="11894602" cy="8208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515395-00E4-4549-A574-2EA557A50BEA}">
      <dsp:nvSpPr>
        <dsp:cNvPr id="0" name=""/>
        <dsp:cNvSpPr/>
      </dsp:nvSpPr>
      <dsp:spPr>
        <a:xfrm>
          <a:off x="248293" y="3266552"/>
          <a:ext cx="451442" cy="45144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E854D7-5EB4-4E24-8661-C94A8B7B3736}">
      <dsp:nvSpPr>
        <dsp:cNvPr id="0" name=""/>
        <dsp:cNvSpPr/>
      </dsp:nvSpPr>
      <dsp:spPr>
        <a:xfrm>
          <a:off x="948029" y="3081870"/>
          <a:ext cx="10946572" cy="820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868" tIns="86868" rIns="86868" bIns="8686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My Tech Stack</a:t>
          </a:r>
        </a:p>
      </dsp:txBody>
      <dsp:txXfrm>
        <a:off x="948029" y="3081870"/>
        <a:ext cx="10946572" cy="820804"/>
      </dsp:txXfrm>
    </dsp:sp>
    <dsp:sp modelId="{3E3EEDE7-68A5-4ED7-A723-9F863B90364E}">
      <dsp:nvSpPr>
        <dsp:cNvPr id="0" name=""/>
        <dsp:cNvSpPr/>
      </dsp:nvSpPr>
      <dsp:spPr>
        <a:xfrm>
          <a:off x="0" y="4107876"/>
          <a:ext cx="11894602" cy="8208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974A55-DDAA-4C97-88C9-3709C7990E28}">
      <dsp:nvSpPr>
        <dsp:cNvPr id="0" name=""/>
        <dsp:cNvSpPr/>
      </dsp:nvSpPr>
      <dsp:spPr>
        <a:xfrm>
          <a:off x="248293" y="4292557"/>
          <a:ext cx="451442" cy="45144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63FC85-FB7B-4D1F-8187-C3AC2551D3B7}">
      <dsp:nvSpPr>
        <dsp:cNvPr id="0" name=""/>
        <dsp:cNvSpPr/>
      </dsp:nvSpPr>
      <dsp:spPr>
        <a:xfrm>
          <a:off x="948029" y="4107876"/>
          <a:ext cx="10946572" cy="820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868" tIns="86868" rIns="86868" bIns="8686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Summary </a:t>
          </a:r>
        </a:p>
      </dsp:txBody>
      <dsp:txXfrm>
        <a:off x="948029" y="4107876"/>
        <a:ext cx="10946572" cy="8208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DA5FB8-305A-46C6-9B85-FDD54CAF8D8C}">
      <dsp:nvSpPr>
        <dsp:cNvPr id="0" name=""/>
        <dsp:cNvSpPr/>
      </dsp:nvSpPr>
      <dsp:spPr>
        <a:xfrm>
          <a:off x="0" y="164382"/>
          <a:ext cx="1115568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Ohio ranks as the 10th largest exporting state in the U.S. (2023)</a:t>
          </a:r>
          <a:r>
            <a:rPr lang="en-US" sz="1600" kern="1200"/>
            <a:t>, demonstrating its strong position in national trade.</a:t>
          </a:r>
        </a:p>
      </dsp:txBody>
      <dsp:txXfrm>
        <a:off x="30442" y="194824"/>
        <a:ext cx="11094796" cy="562726"/>
      </dsp:txXfrm>
    </dsp:sp>
    <dsp:sp modelId="{A3920727-D04E-434A-AF67-80C69A51CC06}">
      <dsp:nvSpPr>
        <dsp:cNvPr id="0" name=""/>
        <dsp:cNvSpPr/>
      </dsp:nvSpPr>
      <dsp:spPr>
        <a:xfrm>
          <a:off x="0" y="834072"/>
          <a:ext cx="1115568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Ten countries each received over $1 billion in Ohio exports</a:t>
          </a:r>
          <a:r>
            <a:rPr lang="en-US" sz="1600" kern="1200"/>
            <a:t>, reflecting significant global reach</a:t>
          </a:r>
        </a:p>
      </dsp:txBody>
      <dsp:txXfrm>
        <a:off x="30442" y="864514"/>
        <a:ext cx="11094796" cy="562726"/>
      </dsp:txXfrm>
    </dsp:sp>
    <dsp:sp modelId="{2B669BEA-8489-400A-9998-5930353CE2E3}">
      <dsp:nvSpPr>
        <dsp:cNvPr id="0" name=""/>
        <dsp:cNvSpPr/>
      </dsp:nvSpPr>
      <dsp:spPr>
        <a:xfrm>
          <a:off x="0" y="1503762"/>
          <a:ext cx="1115568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Opportunities remain for additional export growth</a:t>
          </a:r>
          <a:r>
            <a:rPr lang="en-US" sz="1600" kern="1200"/>
            <a:t>, as gaps persist in certain sectors and markets.</a:t>
          </a:r>
        </a:p>
      </dsp:txBody>
      <dsp:txXfrm>
        <a:off x="30442" y="1534204"/>
        <a:ext cx="11094796" cy="562726"/>
      </dsp:txXfrm>
    </dsp:sp>
    <dsp:sp modelId="{8363F856-5F2E-4940-A2DA-AE45515E8507}">
      <dsp:nvSpPr>
        <dsp:cNvPr id="0" name=""/>
        <dsp:cNvSpPr/>
      </dsp:nvSpPr>
      <dsp:spPr>
        <a:xfrm>
          <a:off x="0" y="2173452"/>
          <a:ext cx="1115568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Targeted improvements can be achieved by focusing on sectors where U.S. exports are growing but Ohio is lagging</a:t>
          </a:r>
          <a:r>
            <a:rPr lang="en-US" sz="1600" kern="1200"/>
            <a:t>, helping the state close performance gaps.</a:t>
          </a:r>
        </a:p>
      </dsp:txBody>
      <dsp:txXfrm>
        <a:off x="30442" y="2203894"/>
        <a:ext cx="11094796" cy="562726"/>
      </dsp:txXfrm>
    </dsp:sp>
    <dsp:sp modelId="{B6B5D9FA-9645-4BAD-8BA4-44A07F54BFA3}">
      <dsp:nvSpPr>
        <dsp:cNvPr id="0" name=""/>
        <dsp:cNvSpPr/>
      </dsp:nvSpPr>
      <dsp:spPr>
        <a:xfrm>
          <a:off x="0" y="2843143"/>
          <a:ext cx="1115568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Heavy reliance on Canada and Mexico introduces trade risks</a:t>
          </a:r>
          <a:r>
            <a:rPr lang="en-US" sz="1600" kern="1200"/>
            <a:t>; diversifying export destinations will enhance market stability and resilience.</a:t>
          </a:r>
        </a:p>
      </dsp:txBody>
      <dsp:txXfrm>
        <a:off x="30442" y="2873585"/>
        <a:ext cx="11094796" cy="562726"/>
      </dsp:txXfrm>
    </dsp:sp>
    <dsp:sp modelId="{F8EFF386-DA6C-4BB8-9F64-952BFE296FC4}">
      <dsp:nvSpPr>
        <dsp:cNvPr id="0" name=""/>
        <dsp:cNvSpPr/>
      </dsp:nvSpPr>
      <dsp:spPr>
        <a:xfrm>
          <a:off x="0" y="3512833"/>
          <a:ext cx="1115568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High-potential markets such as Japan, Korea, and Germany present strong demand</a:t>
          </a:r>
          <a:r>
            <a:rPr lang="en-US" sz="1600" kern="1200"/>
            <a:t> for products that Ohio specializes in producing but is currently under-exporting.</a:t>
          </a:r>
        </a:p>
      </dsp:txBody>
      <dsp:txXfrm>
        <a:off x="30442" y="3543275"/>
        <a:ext cx="11094796" cy="5627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04FACD-CAAF-49CD-BCB2-C9D208B651A8}">
      <dsp:nvSpPr>
        <dsp:cNvPr id="0" name=""/>
        <dsp:cNvSpPr/>
      </dsp:nvSpPr>
      <dsp:spPr>
        <a:xfrm>
          <a:off x="790127" y="429684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FE0C78-30C9-437B-A49D-EBD6178139DA}">
      <dsp:nvSpPr>
        <dsp:cNvPr id="0" name=""/>
        <dsp:cNvSpPr/>
      </dsp:nvSpPr>
      <dsp:spPr>
        <a:xfrm>
          <a:off x="295127" y="153759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Generating Insights from Different Data Sources</a:t>
          </a:r>
        </a:p>
      </dsp:txBody>
      <dsp:txXfrm>
        <a:off x="295127" y="1537595"/>
        <a:ext cx="1800000" cy="720000"/>
      </dsp:txXfrm>
    </dsp:sp>
    <dsp:sp modelId="{55A5E190-7C82-4BBA-AB97-1215996402DB}">
      <dsp:nvSpPr>
        <dsp:cNvPr id="0" name=""/>
        <dsp:cNvSpPr/>
      </dsp:nvSpPr>
      <dsp:spPr>
        <a:xfrm>
          <a:off x="2905127" y="429684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D4C1A4-6C82-4D07-A191-641ACF7CF995}">
      <dsp:nvSpPr>
        <dsp:cNvPr id="0" name=""/>
        <dsp:cNvSpPr/>
      </dsp:nvSpPr>
      <dsp:spPr>
        <a:xfrm>
          <a:off x="2410127" y="153759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Finding Sectors with High Potential and Possibility for Growth</a:t>
          </a:r>
        </a:p>
      </dsp:txBody>
      <dsp:txXfrm>
        <a:off x="2410127" y="1537595"/>
        <a:ext cx="1800000" cy="720000"/>
      </dsp:txXfrm>
    </dsp:sp>
    <dsp:sp modelId="{1A59257E-A2BD-48BC-AE49-CF998106ED21}">
      <dsp:nvSpPr>
        <dsp:cNvPr id="0" name=""/>
        <dsp:cNvSpPr/>
      </dsp:nvSpPr>
      <dsp:spPr>
        <a:xfrm>
          <a:off x="5020127" y="429684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343144-A94D-4F43-8EDE-344CFCC1C01A}">
      <dsp:nvSpPr>
        <dsp:cNvPr id="0" name=""/>
        <dsp:cNvSpPr/>
      </dsp:nvSpPr>
      <dsp:spPr>
        <a:xfrm>
          <a:off x="4525128" y="153759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Identifying Declining Sectors/Sectors not keeping up</a:t>
          </a:r>
        </a:p>
      </dsp:txBody>
      <dsp:txXfrm>
        <a:off x="4525128" y="1537595"/>
        <a:ext cx="1800000" cy="720000"/>
      </dsp:txXfrm>
    </dsp:sp>
    <dsp:sp modelId="{ED54F972-29A8-4682-971E-BB2818C722E7}">
      <dsp:nvSpPr>
        <dsp:cNvPr id="0" name=""/>
        <dsp:cNvSpPr/>
      </dsp:nvSpPr>
      <dsp:spPr>
        <a:xfrm>
          <a:off x="790127" y="2707595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1C79EC-66C9-46B8-ACB2-EC8732F29111}">
      <dsp:nvSpPr>
        <dsp:cNvPr id="0" name=""/>
        <dsp:cNvSpPr/>
      </dsp:nvSpPr>
      <dsp:spPr>
        <a:xfrm>
          <a:off x="295127" y="381550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Identifying Regional Demands &amp; Export Potential</a:t>
          </a:r>
        </a:p>
      </dsp:txBody>
      <dsp:txXfrm>
        <a:off x="295127" y="3815507"/>
        <a:ext cx="1800000" cy="720000"/>
      </dsp:txXfrm>
    </dsp:sp>
    <dsp:sp modelId="{C479E463-9E3D-441E-B3A0-962557E07FEA}">
      <dsp:nvSpPr>
        <dsp:cNvPr id="0" name=""/>
        <dsp:cNvSpPr/>
      </dsp:nvSpPr>
      <dsp:spPr>
        <a:xfrm>
          <a:off x="2905127" y="2707595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3F0B6B-8679-4EB6-8240-B562CF18502F}">
      <dsp:nvSpPr>
        <dsp:cNvPr id="0" name=""/>
        <dsp:cNvSpPr/>
      </dsp:nvSpPr>
      <dsp:spPr>
        <a:xfrm>
          <a:off x="2410127" y="381550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Real Time Insights &amp; Alerts using API’s</a:t>
          </a:r>
        </a:p>
      </dsp:txBody>
      <dsp:txXfrm>
        <a:off x="2410127" y="3815507"/>
        <a:ext cx="1800000" cy="720000"/>
      </dsp:txXfrm>
    </dsp:sp>
    <dsp:sp modelId="{124682F5-FC5A-49C1-9866-EF8B8CA1BF31}">
      <dsp:nvSpPr>
        <dsp:cNvPr id="0" name=""/>
        <dsp:cNvSpPr/>
      </dsp:nvSpPr>
      <dsp:spPr>
        <a:xfrm>
          <a:off x="5020127" y="2707595"/>
          <a:ext cx="810000" cy="81000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2F3D36-3677-4601-8462-1747568AB677}">
      <dsp:nvSpPr>
        <dsp:cNvPr id="0" name=""/>
        <dsp:cNvSpPr/>
      </dsp:nvSpPr>
      <dsp:spPr>
        <a:xfrm>
          <a:off x="4525128" y="381550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Real Time Communication with Clients</a:t>
          </a:r>
        </a:p>
      </dsp:txBody>
      <dsp:txXfrm>
        <a:off x="4525128" y="3815507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F7AD77-A2DF-4B4B-A348-BA4EC5463EE5}">
      <dsp:nvSpPr>
        <dsp:cNvPr id="0" name=""/>
        <dsp:cNvSpPr/>
      </dsp:nvSpPr>
      <dsp:spPr>
        <a:xfrm>
          <a:off x="2559" y="2157907"/>
          <a:ext cx="1247302" cy="7920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F983CB-5410-41DB-B8CC-55F6EAE87255}">
      <dsp:nvSpPr>
        <dsp:cNvPr id="0" name=""/>
        <dsp:cNvSpPr/>
      </dsp:nvSpPr>
      <dsp:spPr>
        <a:xfrm>
          <a:off x="141148" y="2289567"/>
          <a:ext cx="1247302" cy="7920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Collection through APIs</a:t>
          </a:r>
        </a:p>
      </dsp:txBody>
      <dsp:txXfrm>
        <a:off x="164346" y="2312765"/>
        <a:ext cx="1200906" cy="745641"/>
      </dsp:txXfrm>
    </dsp:sp>
    <dsp:sp modelId="{D8FE91C4-74B7-414A-A5AE-55EC50155D5D}">
      <dsp:nvSpPr>
        <dsp:cNvPr id="0" name=""/>
        <dsp:cNvSpPr/>
      </dsp:nvSpPr>
      <dsp:spPr>
        <a:xfrm>
          <a:off x="1527040" y="2157907"/>
          <a:ext cx="1247302" cy="7920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507B7-4BCC-4FAC-A0CC-42A4688440B3}">
      <dsp:nvSpPr>
        <dsp:cNvPr id="0" name=""/>
        <dsp:cNvSpPr/>
      </dsp:nvSpPr>
      <dsp:spPr>
        <a:xfrm>
          <a:off x="1665630" y="2289567"/>
          <a:ext cx="1247302" cy="7920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Storage</a:t>
          </a:r>
        </a:p>
      </dsp:txBody>
      <dsp:txXfrm>
        <a:off x="1688828" y="2312765"/>
        <a:ext cx="1200906" cy="745641"/>
      </dsp:txXfrm>
    </dsp:sp>
    <dsp:sp modelId="{5A663AF8-0A1C-4E79-BD10-6242EBBC3305}">
      <dsp:nvSpPr>
        <dsp:cNvPr id="0" name=""/>
        <dsp:cNvSpPr/>
      </dsp:nvSpPr>
      <dsp:spPr>
        <a:xfrm>
          <a:off x="3051522" y="2157907"/>
          <a:ext cx="1247302" cy="7920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53B1E2-5A54-4EAF-8931-737C3D33F276}">
      <dsp:nvSpPr>
        <dsp:cNvPr id="0" name=""/>
        <dsp:cNvSpPr/>
      </dsp:nvSpPr>
      <dsp:spPr>
        <a:xfrm>
          <a:off x="3190111" y="2289567"/>
          <a:ext cx="1247302" cy="7920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AI for Data Cleaning</a:t>
          </a:r>
        </a:p>
      </dsp:txBody>
      <dsp:txXfrm>
        <a:off x="3213309" y="2312765"/>
        <a:ext cx="1200906" cy="745641"/>
      </dsp:txXfrm>
    </dsp:sp>
    <dsp:sp modelId="{C2185C7D-7B35-4ADB-90A3-0FF2A2D6B7FB}">
      <dsp:nvSpPr>
        <dsp:cNvPr id="0" name=""/>
        <dsp:cNvSpPr/>
      </dsp:nvSpPr>
      <dsp:spPr>
        <a:xfrm>
          <a:off x="4576003" y="2157907"/>
          <a:ext cx="1247302" cy="7920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6A2F61-A833-4D63-82BC-E8C78BC77DBC}">
      <dsp:nvSpPr>
        <dsp:cNvPr id="0" name=""/>
        <dsp:cNvSpPr/>
      </dsp:nvSpPr>
      <dsp:spPr>
        <a:xfrm>
          <a:off x="4714592" y="2289567"/>
          <a:ext cx="1247302" cy="7920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Automated Analysis &amp; Insights</a:t>
          </a:r>
        </a:p>
      </dsp:txBody>
      <dsp:txXfrm>
        <a:off x="4737790" y="2312765"/>
        <a:ext cx="1200906" cy="745641"/>
      </dsp:txXfrm>
    </dsp:sp>
    <dsp:sp modelId="{2D75967A-BD6E-49C4-AC47-68FBF7230360}">
      <dsp:nvSpPr>
        <dsp:cNvPr id="0" name=""/>
        <dsp:cNvSpPr/>
      </dsp:nvSpPr>
      <dsp:spPr>
        <a:xfrm>
          <a:off x="6100484" y="2157907"/>
          <a:ext cx="1247302" cy="7920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68703F-F7D1-48F4-910B-BC8568F05525}">
      <dsp:nvSpPr>
        <dsp:cNvPr id="0" name=""/>
        <dsp:cNvSpPr/>
      </dsp:nvSpPr>
      <dsp:spPr>
        <a:xfrm>
          <a:off x="6239073" y="2289567"/>
          <a:ext cx="1247302" cy="7920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End-to-End AI Platforms</a:t>
          </a:r>
        </a:p>
      </dsp:txBody>
      <dsp:txXfrm>
        <a:off x="6262271" y="2312765"/>
        <a:ext cx="1200906" cy="7456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56475B-23A2-4793-84AB-E9B74ECE02A3}">
      <dsp:nvSpPr>
        <dsp:cNvPr id="0" name=""/>
        <dsp:cNvSpPr/>
      </dsp:nvSpPr>
      <dsp:spPr>
        <a:xfrm>
          <a:off x="1707413" y="189173"/>
          <a:ext cx="3754357" cy="1303839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C6654-B649-4D22-83CE-6178DADE9956}">
      <dsp:nvSpPr>
        <dsp:cNvPr id="0" name=""/>
        <dsp:cNvSpPr/>
      </dsp:nvSpPr>
      <dsp:spPr>
        <a:xfrm>
          <a:off x="3226618" y="3381832"/>
          <a:ext cx="727588" cy="465656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BACB76-DA90-4501-B60F-B359FCE2CBEB}">
      <dsp:nvSpPr>
        <dsp:cNvPr id="0" name=""/>
        <dsp:cNvSpPr/>
      </dsp:nvSpPr>
      <dsp:spPr>
        <a:xfrm>
          <a:off x="1844199" y="3754357"/>
          <a:ext cx="3492426" cy="873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New Markets &amp; Increased Revenue</a:t>
          </a:r>
        </a:p>
      </dsp:txBody>
      <dsp:txXfrm>
        <a:off x="1844199" y="3754357"/>
        <a:ext cx="3492426" cy="873106"/>
      </dsp:txXfrm>
    </dsp:sp>
    <dsp:sp modelId="{41CE2DA3-5421-4184-BB99-5C025B78126B}">
      <dsp:nvSpPr>
        <dsp:cNvPr id="0" name=""/>
        <dsp:cNvSpPr/>
      </dsp:nvSpPr>
      <dsp:spPr>
        <a:xfrm>
          <a:off x="3072369" y="1593710"/>
          <a:ext cx="1309659" cy="13096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Custom Business Reports &amp; Alerts</a:t>
          </a:r>
        </a:p>
      </dsp:txBody>
      <dsp:txXfrm>
        <a:off x="3264164" y="1785505"/>
        <a:ext cx="926069" cy="926069"/>
      </dsp:txXfrm>
    </dsp:sp>
    <dsp:sp modelId="{1103FD25-3575-4781-A83E-9AD63C5BADCD}">
      <dsp:nvSpPr>
        <dsp:cNvPr id="0" name=""/>
        <dsp:cNvSpPr/>
      </dsp:nvSpPr>
      <dsp:spPr>
        <a:xfrm>
          <a:off x="2135235" y="611174"/>
          <a:ext cx="1309659" cy="13096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AI Powered Analysis</a:t>
          </a:r>
        </a:p>
      </dsp:txBody>
      <dsp:txXfrm>
        <a:off x="2327030" y="802969"/>
        <a:ext cx="926069" cy="926069"/>
      </dsp:txXfrm>
    </dsp:sp>
    <dsp:sp modelId="{4C3F020A-D02C-464A-8190-271FA5459D3E}">
      <dsp:nvSpPr>
        <dsp:cNvPr id="0" name=""/>
        <dsp:cNvSpPr/>
      </dsp:nvSpPr>
      <dsp:spPr>
        <a:xfrm>
          <a:off x="3473998" y="294527"/>
          <a:ext cx="1309659" cy="13096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OECD/UN Comtrade/US Census API</a:t>
          </a:r>
        </a:p>
      </dsp:txBody>
      <dsp:txXfrm>
        <a:off x="3665793" y="486322"/>
        <a:ext cx="926069" cy="926069"/>
      </dsp:txXfrm>
    </dsp:sp>
    <dsp:sp modelId="{E59C4DA8-1220-4734-AB85-889AA59A55EE}">
      <dsp:nvSpPr>
        <dsp:cNvPr id="0" name=""/>
        <dsp:cNvSpPr/>
      </dsp:nvSpPr>
      <dsp:spPr>
        <a:xfrm>
          <a:off x="1553164" y="29103"/>
          <a:ext cx="4074497" cy="3259597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830D26-0708-4D9C-B928-8ACC69E78591}">
      <dsp:nvSpPr>
        <dsp:cNvPr id="0" name=""/>
        <dsp:cNvSpPr/>
      </dsp:nvSpPr>
      <dsp:spPr>
        <a:xfrm>
          <a:off x="0" y="0"/>
          <a:ext cx="5097597" cy="96780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Languages:</a:t>
          </a:r>
          <a:r>
            <a:rPr lang="en-US" sz="2000" b="0" i="0" kern="1200" baseline="0" dirty="0"/>
            <a:t> </a:t>
          </a:r>
          <a:r>
            <a:rPr lang="en-US" sz="2000" b="1" i="0" kern="1200" baseline="0" dirty="0"/>
            <a:t>Python</a:t>
          </a:r>
          <a:r>
            <a:rPr lang="en-US" sz="2000" b="0" i="0" kern="1200" baseline="0" dirty="0"/>
            <a:t>, R, </a:t>
          </a:r>
          <a:r>
            <a:rPr lang="en-US" sz="2000" b="1" i="0" kern="1200" baseline="0" dirty="0"/>
            <a:t>SQL, JavaScript, React</a:t>
          </a:r>
          <a:endParaRPr lang="en-US" sz="2000" b="1" kern="1200" dirty="0"/>
        </a:p>
      </dsp:txBody>
      <dsp:txXfrm>
        <a:off x="28346" y="28346"/>
        <a:ext cx="3940031" cy="911108"/>
      </dsp:txXfrm>
    </dsp:sp>
    <dsp:sp modelId="{95E0EAB7-C710-409D-961D-3609D6C2BD7E}">
      <dsp:nvSpPr>
        <dsp:cNvPr id="0" name=""/>
        <dsp:cNvSpPr/>
      </dsp:nvSpPr>
      <dsp:spPr>
        <a:xfrm>
          <a:off x="420018" y="1072719"/>
          <a:ext cx="5097597" cy="9678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Libraries:</a:t>
          </a:r>
          <a:r>
            <a:rPr lang="en-US" sz="2000" b="0" i="0" kern="1200" baseline="0" dirty="0"/>
            <a:t> </a:t>
          </a:r>
          <a:r>
            <a:rPr lang="en-US" sz="2000" b="1" i="0" kern="1200" baseline="0" dirty="0"/>
            <a:t>Pandas</a:t>
          </a:r>
          <a:r>
            <a:rPr lang="en-US" sz="2000" b="0" i="0" kern="1200" baseline="0" dirty="0"/>
            <a:t>, NumPy, </a:t>
          </a:r>
          <a:r>
            <a:rPr lang="en-US" sz="2000" b="1" i="0" kern="1200" baseline="0" dirty="0"/>
            <a:t>Matplotlib</a:t>
          </a:r>
          <a:r>
            <a:rPr lang="en-US" sz="2000" b="0" i="0" kern="1200" baseline="0" dirty="0"/>
            <a:t>, Seaborn, </a:t>
          </a:r>
          <a:r>
            <a:rPr lang="en-US" sz="2000" b="1" i="0" kern="1200" baseline="0" dirty="0"/>
            <a:t>Scikit-learn</a:t>
          </a:r>
          <a:endParaRPr lang="en-US" sz="2000" b="1" kern="1200" dirty="0"/>
        </a:p>
      </dsp:txBody>
      <dsp:txXfrm>
        <a:off x="448364" y="1101065"/>
        <a:ext cx="4031169" cy="911108"/>
      </dsp:txXfrm>
    </dsp:sp>
    <dsp:sp modelId="{B9F67F89-6F83-4974-9901-01AC4E88E8DA}">
      <dsp:nvSpPr>
        <dsp:cNvPr id="0" name=""/>
        <dsp:cNvSpPr/>
      </dsp:nvSpPr>
      <dsp:spPr>
        <a:xfrm>
          <a:off x="761329" y="2204435"/>
          <a:ext cx="5097597" cy="96780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APIs:</a:t>
          </a:r>
          <a:r>
            <a:rPr lang="en-US" sz="2000" b="0" i="0" kern="1200" baseline="0" dirty="0"/>
            <a:t> OECD, UN Comtrade, U.S. Census APIs, </a:t>
          </a:r>
          <a:r>
            <a:rPr lang="en-US" sz="2000" b="0" i="0" kern="1200" baseline="0" dirty="0" err="1"/>
            <a:t>etc</a:t>
          </a:r>
          <a:endParaRPr lang="en-US" sz="2000" kern="1200" dirty="0"/>
        </a:p>
      </dsp:txBody>
      <dsp:txXfrm>
        <a:off x="789675" y="2232781"/>
        <a:ext cx="4031169" cy="911108"/>
      </dsp:txXfrm>
    </dsp:sp>
    <dsp:sp modelId="{00003551-26C1-4948-A531-195E41644D25}">
      <dsp:nvSpPr>
        <dsp:cNvPr id="0" name=""/>
        <dsp:cNvSpPr/>
      </dsp:nvSpPr>
      <dsp:spPr>
        <a:xfrm>
          <a:off x="1141994" y="3306653"/>
          <a:ext cx="5097597" cy="9678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Tools:</a:t>
          </a:r>
          <a:r>
            <a:rPr lang="en-US" sz="2000" b="0" i="0" kern="1200" baseline="0" dirty="0"/>
            <a:t> Tableau, </a:t>
          </a:r>
          <a:r>
            <a:rPr lang="en-US" sz="2000" b="0" i="0" kern="1200" baseline="0" dirty="0" err="1"/>
            <a:t>PowerBI</a:t>
          </a:r>
          <a:r>
            <a:rPr lang="en-US" sz="2000" b="0" i="0" kern="1200" baseline="0" dirty="0"/>
            <a:t>, MySQL, Git, </a:t>
          </a:r>
          <a:r>
            <a:rPr lang="en-US" sz="2000" b="0" i="0" kern="1200" baseline="0" dirty="0" err="1"/>
            <a:t>Jupyter</a:t>
          </a:r>
          <a:r>
            <a:rPr lang="en-US" sz="2000" b="0" i="0" kern="1200" baseline="0" dirty="0"/>
            <a:t>, </a:t>
          </a:r>
          <a:r>
            <a:rPr lang="en-US" sz="2000" b="0" i="0" kern="1200" baseline="0" dirty="0" err="1"/>
            <a:t>LangChain</a:t>
          </a:r>
          <a:r>
            <a:rPr lang="en-US" sz="2000" b="0" i="0" kern="1200" baseline="0" dirty="0"/>
            <a:t> (ETL)</a:t>
          </a:r>
          <a:endParaRPr lang="en-US" sz="2000" kern="1200" dirty="0"/>
        </a:p>
      </dsp:txBody>
      <dsp:txXfrm>
        <a:off x="1170340" y="3334999"/>
        <a:ext cx="4031169" cy="911108"/>
      </dsp:txXfrm>
    </dsp:sp>
    <dsp:sp modelId="{057F31B5-4A8A-4CCA-8D27-413DE183100C}">
      <dsp:nvSpPr>
        <dsp:cNvPr id="0" name=""/>
        <dsp:cNvSpPr/>
      </dsp:nvSpPr>
      <dsp:spPr>
        <a:xfrm>
          <a:off x="1522658" y="4408871"/>
          <a:ext cx="5097597" cy="96780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Cloud:</a:t>
          </a:r>
          <a:r>
            <a:rPr lang="en-US" sz="2000" b="0" i="0" kern="1200" baseline="0" dirty="0"/>
            <a:t> AWS/Azure</a:t>
          </a:r>
          <a:endParaRPr lang="en-US" sz="2000" kern="1200" dirty="0"/>
        </a:p>
      </dsp:txBody>
      <dsp:txXfrm>
        <a:off x="1551004" y="4437217"/>
        <a:ext cx="4031169" cy="911108"/>
      </dsp:txXfrm>
    </dsp:sp>
    <dsp:sp modelId="{8DBC8A4E-0102-4C1E-A53F-D338CB004BB2}">
      <dsp:nvSpPr>
        <dsp:cNvPr id="0" name=""/>
        <dsp:cNvSpPr/>
      </dsp:nvSpPr>
      <dsp:spPr>
        <a:xfrm>
          <a:off x="4468526" y="707032"/>
          <a:ext cx="629070" cy="629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610067" y="707032"/>
        <a:ext cx="345988" cy="473375"/>
      </dsp:txXfrm>
    </dsp:sp>
    <dsp:sp modelId="{63E6E765-8A6D-47AB-A4CC-08857BCAFB67}">
      <dsp:nvSpPr>
        <dsp:cNvPr id="0" name=""/>
        <dsp:cNvSpPr/>
      </dsp:nvSpPr>
      <dsp:spPr>
        <a:xfrm>
          <a:off x="4849191" y="1809250"/>
          <a:ext cx="629070" cy="629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990732" y="1809250"/>
        <a:ext cx="345988" cy="473375"/>
      </dsp:txXfrm>
    </dsp:sp>
    <dsp:sp modelId="{99B5967F-6155-4620-A0C7-0A78052EA7B5}">
      <dsp:nvSpPr>
        <dsp:cNvPr id="0" name=""/>
        <dsp:cNvSpPr/>
      </dsp:nvSpPr>
      <dsp:spPr>
        <a:xfrm>
          <a:off x="5229855" y="2895337"/>
          <a:ext cx="629070" cy="629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5371396" y="2895337"/>
        <a:ext cx="345988" cy="473375"/>
      </dsp:txXfrm>
    </dsp:sp>
    <dsp:sp modelId="{651948D9-EBE9-4DCC-8AEE-797B3DB48791}">
      <dsp:nvSpPr>
        <dsp:cNvPr id="0" name=""/>
        <dsp:cNvSpPr/>
      </dsp:nvSpPr>
      <dsp:spPr>
        <a:xfrm>
          <a:off x="5610520" y="4008308"/>
          <a:ext cx="629070" cy="62907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5752061" y="4008308"/>
        <a:ext cx="345988" cy="4733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6E4040-A3D3-43BA-951E-1F5A9A8A4368}">
      <dsp:nvSpPr>
        <dsp:cNvPr id="0" name=""/>
        <dsp:cNvSpPr/>
      </dsp:nvSpPr>
      <dsp:spPr>
        <a:xfrm>
          <a:off x="0" y="459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99CFA1-DABF-4DAA-9C07-A26CBDBD54AF}">
      <dsp:nvSpPr>
        <dsp:cNvPr id="0" name=""/>
        <dsp:cNvSpPr/>
      </dsp:nvSpPr>
      <dsp:spPr>
        <a:xfrm>
          <a:off x="0" y="459"/>
          <a:ext cx="11155680" cy="75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Ohio is a strong exporter but there are some clear trade gaps</a:t>
          </a:r>
        </a:p>
      </dsp:txBody>
      <dsp:txXfrm>
        <a:off x="0" y="459"/>
        <a:ext cx="11155680" cy="753281"/>
      </dsp:txXfrm>
    </dsp:sp>
    <dsp:sp modelId="{CC4E161C-664E-479F-96DC-FF1ED87538D7}">
      <dsp:nvSpPr>
        <dsp:cNvPr id="0" name=""/>
        <dsp:cNvSpPr/>
      </dsp:nvSpPr>
      <dsp:spPr>
        <a:xfrm>
          <a:off x="0" y="753741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13C4E5-B9D3-4AFE-84A6-103FAB55222C}">
      <dsp:nvSpPr>
        <dsp:cNvPr id="0" name=""/>
        <dsp:cNvSpPr/>
      </dsp:nvSpPr>
      <dsp:spPr>
        <a:xfrm>
          <a:off x="0" y="753741"/>
          <a:ext cx="11155680" cy="75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Global Demand is rising in markets where Ohio is underrepresented</a:t>
          </a:r>
        </a:p>
      </dsp:txBody>
      <dsp:txXfrm>
        <a:off x="0" y="753741"/>
        <a:ext cx="11155680" cy="753281"/>
      </dsp:txXfrm>
    </dsp:sp>
    <dsp:sp modelId="{7A522487-B608-4AC3-8C3E-E9733BDBB515}">
      <dsp:nvSpPr>
        <dsp:cNvPr id="0" name=""/>
        <dsp:cNvSpPr/>
      </dsp:nvSpPr>
      <dsp:spPr>
        <a:xfrm>
          <a:off x="0" y="1507023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9C17B1-E8B5-44D7-96E0-D33A1EE07F92}">
      <dsp:nvSpPr>
        <dsp:cNvPr id="0" name=""/>
        <dsp:cNvSpPr/>
      </dsp:nvSpPr>
      <dsp:spPr>
        <a:xfrm>
          <a:off x="0" y="1507023"/>
          <a:ext cx="11155680" cy="75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We can use U.S. Census Data, UN Comtrade, OECD BTiGE for national level, international level &amp; product level data respectively</a:t>
          </a:r>
        </a:p>
      </dsp:txBody>
      <dsp:txXfrm>
        <a:off x="0" y="1507023"/>
        <a:ext cx="11155680" cy="753281"/>
      </dsp:txXfrm>
    </dsp:sp>
    <dsp:sp modelId="{44F7592D-3C6A-409B-AAB7-9657F46E2E43}">
      <dsp:nvSpPr>
        <dsp:cNvPr id="0" name=""/>
        <dsp:cNvSpPr/>
      </dsp:nvSpPr>
      <dsp:spPr>
        <a:xfrm>
          <a:off x="0" y="2260304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6AF9C7-2A0D-4A73-848D-8D1555502188}">
      <dsp:nvSpPr>
        <dsp:cNvPr id="0" name=""/>
        <dsp:cNvSpPr/>
      </dsp:nvSpPr>
      <dsp:spPr>
        <a:xfrm>
          <a:off x="0" y="2260304"/>
          <a:ext cx="11155680" cy="75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Goal of the Project is to Automate this Process by leveraging AI</a:t>
          </a:r>
        </a:p>
      </dsp:txBody>
      <dsp:txXfrm>
        <a:off x="0" y="2260304"/>
        <a:ext cx="11155680" cy="753281"/>
      </dsp:txXfrm>
    </dsp:sp>
    <dsp:sp modelId="{CE43CF77-B6BD-4B18-B109-7CBE5F2FDAAA}">
      <dsp:nvSpPr>
        <dsp:cNvPr id="0" name=""/>
        <dsp:cNvSpPr/>
      </dsp:nvSpPr>
      <dsp:spPr>
        <a:xfrm>
          <a:off x="0" y="3013586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B501D-3BB2-4C86-ACE8-6E75F852ADC0}">
      <dsp:nvSpPr>
        <dsp:cNvPr id="0" name=""/>
        <dsp:cNvSpPr/>
      </dsp:nvSpPr>
      <dsp:spPr>
        <a:xfrm>
          <a:off x="0" y="3013586"/>
          <a:ext cx="11155680" cy="753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This can provide real time insights in Global Trade &amp; can also benefit small businesses</a:t>
          </a:r>
        </a:p>
      </dsp:txBody>
      <dsp:txXfrm>
        <a:off x="0" y="3013586"/>
        <a:ext cx="11155680" cy="7532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967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97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25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14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97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87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53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04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65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51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9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14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Vector background of vibrant colors splashing">
            <a:extLst>
              <a:ext uri="{FF2B5EF4-FFF2-40B4-BE49-F238E27FC236}">
                <a16:creationId xmlns:a16="http://schemas.microsoft.com/office/drawing/2014/main" id="{E93E0683-31F8-14CE-EADB-0F52F8BBA9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7279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0D35BB-3F74-9EA9-978A-24C5A7AD99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OHIO EXPORT GAP ANALYZING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123B7C-21BA-1A46-85D2-F3752247A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-SHIFAN ABRAR RASHID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364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DB21A-9095-B25B-2BDE-D4D9547A5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A6FD36-7C5A-3685-AF26-198122CC54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1760831"/>
              </p:ext>
            </p:extLst>
          </p:nvPr>
        </p:nvGraphicFramePr>
        <p:xfrm>
          <a:off x="515112" y="1925464"/>
          <a:ext cx="11894602" cy="49325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3879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F5495-9CCB-F4E9-E171-FEF39184B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2" y="707102"/>
            <a:ext cx="11155680" cy="1463040"/>
          </a:xfrm>
        </p:spPr>
        <p:txBody>
          <a:bodyPr>
            <a:normAutofit/>
          </a:bodyPr>
          <a:lstStyle/>
          <a:p>
            <a:r>
              <a:rPr lang="en-US" sz="2800" dirty="0"/>
              <a:t>Exploring the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102E2-7A02-064E-2361-48F712AB6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309681"/>
            <a:ext cx="11155680" cy="54629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U.S. Census:</a:t>
            </a:r>
          </a:p>
          <a:p>
            <a:r>
              <a:rPr lang="en-US" sz="1400" dirty="0"/>
              <a:t>US Trade data by product/country</a:t>
            </a:r>
          </a:p>
          <a:p>
            <a:r>
              <a:rPr lang="en-US" sz="1400" dirty="0"/>
              <a:t>National export and import data by HS codes</a:t>
            </a:r>
          </a:p>
          <a:p>
            <a:r>
              <a:rPr lang="en-US" sz="1400" dirty="0"/>
              <a:t>Useful to track Long term growth patterns (throughout the years)</a:t>
            </a:r>
          </a:p>
          <a:p>
            <a:pPr marL="0" indent="0">
              <a:buNone/>
            </a:pPr>
            <a:r>
              <a:rPr lang="en-US" sz="1400" b="1" dirty="0"/>
              <a:t>UN Comtrade:</a:t>
            </a:r>
          </a:p>
          <a:p>
            <a:r>
              <a:rPr lang="en-US" sz="1400" dirty="0"/>
              <a:t>International Demands &amp; Market Potential</a:t>
            </a:r>
          </a:p>
          <a:p>
            <a:r>
              <a:rPr lang="en-US" sz="1400" dirty="0"/>
              <a:t>Global imports/exports for any country, </a:t>
            </a:r>
          </a:p>
          <a:p>
            <a:r>
              <a:rPr lang="en-US" sz="1400" dirty="0"/>
              <a:t>Rapidly updates so it’s ideal for AI-driven alerts</a:t>
            </a:r>
          </a:p>
          <a:p>
            <a:pPr marL="0" indent="0">
              <a:buNone/>
            </a:pPr>
            <a:r>
              <a:rPr lang="en-US" sz="1400" b="1" dirty="0"/>
              <a:t>OECD:</a:t>
            </a:r>
          </a:p>
          <a:p>
            <a:r>
              <a:rPr lang="en-US" sz="1400" dirty="0"/>
              <a:t>Economic stats like GDP, inflation, trade. A variety of data classified into different groups</a:t>
            </a:r>
          </a:p>
          <a:p>
            <a:r>
              <a:rPr lang="en-US" sz="1400" dirty="0"/>
              <a:t>Export/Import data by product group</a:t>
            </a:r>
          </a:p>
          <a:p>
            <a:pPr marL="0" indent="0">
              <a:buNone/>
            </a:pPr>
            <a:r>
              <a:rPr lang="en-US" sz="1400" b="1" dirty="0"/>
              <a:t>Ohio Export Report:</a:t>
            </a:r>
          </a:p>
          <a:p>
            <a:r>
              <a:rPr lang="en-US" sz="1400" dirty="0"/>
              <a:t>Finding Key industries in Ohio</a:t>
            </a:r>
          </a:p>
          <a:p>
            <a:r>
              <a:rPr lang="en-US" sz="1400" dirty="0"/>
              <a:t>State Level Export Performance</a:t>
            </a:r>
          </a:p>
          <a:p>
            <a:r>
              <a:rPr lang="en-US" sz="1400" dirty="0"/>
              <a:t>Key insights through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2690745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EFD24-412F-AD5F-6300-20A9A84EF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6" y="870253"/>
            <a:ext cx="11155680" cy="1463040"/>
          </a:xfrm>
        </p:spPr>
        <p:txBody>
          <a:bodyPr/>
          <a:lstStyle/>
          <a:p>
            <a:r>
              <a:rPr lang="en-US" dirty="0"/>
              <a:t>Sectors where U.S. Exports are Growing but Ohio is Not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87DC5F-58FD-1805-EACC-28BBB38B4528}"/>
              </a:ext>
            </a:extLst>
          </p:cNvPr>
          <p:cNvSpPr txBox="1"/>
          <p:nvPr/>
        </p:nvSpPr>
        <p:spPr>
          <a:xfrm>
            <a:off x="9007239" y="1885308"/>
            <a:ext cx="29000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Ohio is underperforming in several key sectors compared to national export growth</a:t>
            </a:r>
            <a:r>
              <a:rPr lang="en-US" dirty="0"/>
              <a:t>, as shown by the widening gap between U.S. and Ohio export trends from 2021–2023.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Closing these gaps presents a major opportunity</a:t>
            </a:r>
            <a:r>
              <a:rPr lang="en-US" dirty="0"/>
              <a:t>: aligning Ohio’s growth with U.S. averages could translate into billions in additional exports.</a:t>
            </a:r>
          </a:p>
        </p:txBody>
      </p:sp>
      <p:pic>
        <p:nvPicPr>
          <p:cNvPr id="10" name="Content Placeholder 9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3EFFE420-4062-13E3-2810-1F2CF16B3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6" y="2487889"/>
            <a:ext cx="8883793" cy="3767138"/>
          </a:xfrm>
        </p:spPr>
      </p:pic>
    </p:spTree>
    <p:extLst>
      <p:ext uri="{BB962C8B-B14F-4D97-AF65-F5344CB8AC3E}">
        <p14:creationId xmlns:p14="http://schemas.microsoft.com/office/powerpoint/2010/main" val="2214228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BA3588-E0DE-C71A-01EF-43BE35A82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97" y="602356"/>
            <a:ext cx="7726680" cy="10620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Ohio’s Share of U.S. Exports by Sector Over Time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CC11005-BC53-5976-9587-FB0B62EF6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graph of red bars&#10;&#10;AI-generated content may be incorrect.">
            <a:extLst>
              <a:ext uri="{FF2B5EF4-FFF2-40B4-BE49-F238E27FC236}">
                <a16:creationId xmlns:a16="http://schemas.microsoft.com/office/drawing/2014/main" id="{69CE65FB-9893-4CE5-0519-270C66D36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9" y="1584885"/>
            <a:ext cx="5450641" cy="3437904"/>
          </a:xfrm>
          <a:prstGeom prst="rect">
            <a:avLst/>
          </a:prstGeom>
        </p:spPr>
      </p:pic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F096435F-3961-0429-1384-2B8F3C34B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460" y="1715224"/>
            <a:ext cx="5450641" cy="32567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91A8FF-4308-AABA-465E-653E7D36AF75}"/>
              </a:ext>
            </a:extLst>
          </p:cNvPr>
          <p:cNvSpPr txBox="1"/>
          <p:nvPr/>
        </p:nvSpPr>
        <p:spPr>
          <a:xfrm>
            <a:off x="408894" y="5149581"/>
            <a:ext cx="111192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some indication of  </a:t>
            </a:r>
            <a:r>
              <a:rPr lang="en-US" b="1" dirty="0"/>
              <a:t>erosion of Ohio’s competitive position in U.S. exports</a:t>
            </a:r>
            <a:r>
              <a:rPr lang="en-US" dirty="0"/>
              <a:t>, especially in high-value manufacturing sectors.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Reversing this decline requires targeted strategies</a:t>
            </a:r>
            <a:r>
              <a:rPr lang="en-US" dirty="0"/>
              <a:t> to expand Ohio’s presence in high-growth sectors and markets.</a:t>
            </a:r>
          </a:p>
        </p:txBody>
      </p:sp>
    </p:spTree>
    <p:extLst>
      <p:ext uri="{BB962C8B-B14F-4D97-AF65-F5344CB8AC3E}">
        <p14:creationId xmlns:p14="http://schemas.microsoft.com/office/powerpoint/2010/main" val="850307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A6C1D1-BDB7-F5B8-08BE-47DE11729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631" y="79788"/>
            <a:ext cx="2910195" cy="245179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chemeClr val="tx2"/>
                </a:solidFill>
              </a:rPr>
              <a:t>Ohio Exports are Heavily Reliant on Canada &amp; Mexico</a:t>
            </a:r>
          </a:p>
        </p:txBody>
      </p:sp>
      <p:pic>
        <p:nvPicPr>
          <p:cNvPr id="5" name="Picture 4" descr="A chart with different colored layers&#10;&#10;AI-generated content may be incorrect.">
            <a:extLst>
              <a:ext uri="{FF2B5EF4-FFF2-40B4-BE49-F238E27FC236}">
                <a16:creationId xmlns:a16="http://schemas.microsoft.com/office/drawing/2014/main" id="{38E47700-0A38-8D8F-D09F-C6F3B01B5E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759" y="751093"/>
            <a:ext cx="7173610" cy="525467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D881E1-B504-9F97-2037-1DBDD316FB62}"/>
              </a:ext>
            </a:extLst>
          </p:cNvPr>
          <p:cNvSpPr txBox="1"/>
          <p:nvPr/>
        </p:nvSpPr>
        <p:spPr>
          <a:xfrm>
            <a:off x="403123" y="2611374"/>
            <a:ext cx="423770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This dependence increases exposure to economic and policy fluctuations</a:t>
            </a:r>
            <a:r>
              <a:rPr lang="en-US" dirty="0"/>
              <a:t> in these markets, which could disrupt Ohio’s export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broader market presence would </a:t>
            </a:r>
            <a:r>
              <a:rPr lang="en-US" b="1" dirty="0"/>
              <a:t>make Ohio’s export base more resilient</a:t>
            </a:r>
            <a:r>
              <a:rPr lang="en-US" dirty="0"/>
              <a:t>, especially during regional economic downturns or trade disruptions.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90B884-6B69-A268-37C6-5CE8ACDB79D5}"/>
              </a:ext>
            </a:extLst>
          </p:cNvPr>
          <p:cNvSpPr txBox="1"/>
          <p:nvPr/>
        </p:nvSpPr>
        <p:spPr>
          <a:xfrm>
            <a:off x="10844981" y="994451"/>
            <a:ext cx="11405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Exports to countries like Japan, Germany, Korea, Netherlands have been decreasing</a:t>
            </a:r>
          </a:p>
        </p:txBody>
      </p:sp>
    </p:spTree>
    <p:extLst>
      <p:ext uri="{BB962C8B-B14F-4D97-AF65-F5344CB8AC3E}">
        <p14:creationId xmlns:p14="http://schemas.microsoft.com/office/powerpoint/2010/main" val="2896711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C7D35-E825-1165-5F77-3F01FB0D3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526232"/>
            <a:ext cx="11155680" cy="1463040"/>
          </a:xfrm>
        </p:spPr>
        <p:txBody>
          <a:bodyPr/>
          <a:lstStyle/>
          <a:p>
            <a:r>
              <a:rPr lang="en-US" dirty="0"/>
              <a:t>Excelling But Not Exporting</a:t>
            </a:r>
          </a:p>
        </p:txBody>
      </p:sp>
      <p:pic>
        <p:nvPicPr>
          <p:cNvPr id="7" name="Picture 6" descr="A graph with red bars&#10;&#10;AI-generated content may be incorrect.">
            <a:extLst>
              <a:ext uri="{FF2B5EF4-FFF2-40B4-BE49-F238E27FC236}">
                <a16:creationId xmlns:a16="http://schemas.microsoft.com/office/drawing/2014/main" id="{C476034E-0AB6-B160-FDD8-BD48F64B0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93" y="1257752"/>
            <a:ext cx="6972122" cy="3898249"/>
          </a:xfrm>
          <a:prstGeom prst="rect">
            <a:avLst/>
          </a:prstGeom>
        </p:spPr>
      </p:pic>
      <p:pic>
        <p:nvPicPr>
          <p:cNvPr id="11" name="Picture 10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3BB2B61F-9E11-AF5E-EA20-1614DF51E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282" y="1439742"/>
            <a:ext cx="4448796" cy="35342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97D1110-AED7-B864-68BC-25E9B8ED5DF4}"/>
              </a:ext>
            </a:extLst>
          </p:cNvPr>
          <p:cNvSpPr txBox="1"/>
          <p:nvPr/>
        </p:nvSpPr>
        <p:spPr>
          <a:xfrm>
            <a:off x="351693" y="5148856"/>
            <a:ext cx="11155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Japan’s import demand for key sectors remains strong</a:t>
            </a:r>
            <a:r>
              <a:rPr lang="en-US" dirty="0"/>
              <a:t>, particularly in products where Ohio has competitive strengths such as industrial machinery, vehicles, electrical equipment, and medical instruments.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gap highlights the need for </a:t>
            </a:r>
            <a:r>
              <a:rPr lang="en-US" b="1" dirty="0"/>
              <a:t>targeted strategies to capture growth in advanced economies</a:t>
            </a:r>
            <a:r>
              <a:rPr lang="en-US" dirty="0"/>
              <a:t>, where demand for Ohio’s core products is rising.</a:t>
            </a:r>
          </a:p>
        </p:txBody>
      </p:sp>
    </p:spTree>
    <p:extLst>
      <p:ext uri="{BB962C8B-B14F-4D97-AF65-F5344CB8AC3E}">
        <p14:creationId xmlns:p14="http://schemas.microsoft.com/office/powerpoint/2010/main" val="2118220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0B46-BCBD-03CA-139E-FD99E88B0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Ohio’s Export Gaps &amp; Export Potential</a:t>
            </a:r>
            <a:endParaRPr lang="en-US" dirty="0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B4802468-CAC0-0F0F-EE9C-538FCCC18EB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045110"/>
          <a:ext cx="11155680" cy="43008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8954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9D8B60-9BAC-2E72-1EC7-0881D2347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948" y="25786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Automating the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962544-FE8D-6A24-8E4C-03BB50CF7B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3132234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5164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EE44E-00CD-35F6-D10E-6BC99A93D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606241"/>
            <a:ext cx="3154680" cy="4069080"/>
          </a:xfrm>
        </p:spPr>
        <p:txBody>
          <a:bodyPr>
            <a:normAutofit/>
          </a:bodyPr>
          <a:lstStyle/>
          <a:p>
            <a:r>
              <a:rPr lang="en-US" sz="4000" dirty="0"/>
              <a:t>Using AI</a:t>
            </a:r>
            <a:br>
              <a:rPr lang="en-US" sz="4000" dirty="0"/>
            </a:br>
            <a:r>
              <a:rPr lang="en-US" sz="4000" dirty="0"/>
              <a:t>to Automate</a:t>
            </a:r>
            <a:br>
              <a:rPr lang="en-US" sz="4000" dirty="0"/>
            </a:br>
            <a:r>
              <a:rPr lang="en-US" sz="4000" dirty="0"/>
              <a:t>this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288812-1CF5-FB0C-6730-6379AF4C72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8381759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B19BD99-B8AD-CA43-EB19-F8F126741BC9}"/>
              </a:ext>
            </a:extLst>
          </p:cNvPr>
          <p:cNvSpPr txBox="1"/>
          <p:nvPr/>
        </p:nvSpPr>
        <p:spPr>
          <a:xfrm>
            <a:off x="4187952" y="4257368"/>
            <a:ext cx="14164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LangChain</a:t>
            </a:r>
            <a:r>
              <a:rPr lang="en-US" sz="1200" b="1" dirty="0"/>
              <a:t> + OpenAI GPT</a:t>
            </a:r>
            <a:r>
              <a:rPr lang="en-US" sz="1200" dirty="0"/>
              <a:t> → AI agent that calls OECD, UN Comtrade, and Census APIs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E3E386-E2A4-A353-56AB-9478D2BB765F}"/>
              </a:ext>
            </a:extLst>
          </p:cNvPr>
          <p:cNvSpPr txBox="1"/>
          <p:nvPr/>
        </p:nvSpPr>
        <p:spPr>
          <a:xfrm>
            <a:off x="5732205" y="4257368"/>
            <a:ext cx="16714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Relational Database:</a:t>
            </a:r>
          </a:p>
          <a:p>
            <a:r>
              <a:rPr lang="en-US" sz="1200" b="1" dirty="0"/>
              <a:t>MySQL</a:t>
            </a:r>
          </a:p>
          <a:p>
            <a:r>
              <a:rPr lang="en-US" sz="1200" dirty="0"/>
              <a:t>Cloud Data Warehouse:</a:t>
            </a:r>
          </a:p>
          <a:p>
            <a:r>
              <a:rPr lang="en-US" sz="1200" b="1" dirty="0" err="1"/>
              <a:t>BigQuery</a:t>
            </a:r>
            <a:endParaRPr lang="en-US" sz="1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5765D1-0F48-B77F-DB04-ADACA4E0E469}"/>
              </a:ext>
            </a:extLst>
          </p:cNvPr>
          <p:cNvSpPr txBox="1"/>
          <p:nvPr/>
        </p:nvSpPr>
        <p:spPr>
          <a:xfrm>
            <a:off x="8884525" y="4257369"/>
            <a:ext cx="1396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 Prophet</a:t>
            </a:r>
            <a:r>
              <a:rPr lang="en-US" sz="1200" dirty="0"/>
              <a:t> for time-series forecasting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DED3BF-FE0A-EB52-525A-008635A757AB}"/>
              </a:ext>
            </a:extLst>
          </p:cNvPr>
          <p:cNvSpPr txBox="1"/>
          <p:nvPr/>
        </p:nvSpPr>
        <p:spPr>
          <a:xfrm>
            <a:off x="7403690" y="4286865"/>
            <a:ext cx="13961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GPT-4 or fine-tuned LLMs for </a:t>
            </a:r>
            <a:r>
              <a:rPr lang="en-US" sz="1200" b="1" dirty="0"/>
              <a:t>text classification &amp; mapping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E2CD20-CDE6-25C3-D061-C0D44A6C22F9}"/>
              </a:ext>
            </a:extLst>
          </p:cNvPr>
          <p:cNvSpPr txBox="1"/>
          <p:nvPr/>
        </p:nvSpPr>
        <p:spPr>
          <a:xfrm>
            <a:off x="10411185" y="4257367"/>
            <a:ext cx="12623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LangChain</a:t>
            </a:r>
            <a:r>
              <a:rPr lang="en-US" sz="1200" dirty="0"/>
              <a:t> connects data pipelines, AI analytics, and dashboards</a:t>
            </a:r>
          </a:p>
        </p:txBody>
      </p:sp>
    </p:spTree>
    <p:extLst>
      <p:ext uri="{BB962C8B-B14F-4D97-AF65-F5344CB8AC3E}">
        <p14:creationId xmlns:p14="http://schemas.microsoft.com/office/powerpoint/2010/main" val="2535093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100EBC-2E27-25F6-8BF5-7CC2D984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Step 1: Data Collection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4E29C-EBB7-E641-7077-58105DEE1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>
            <a:normAutofit/>
          </a:bodyPr>
          <a:lstStyle/>
          <a:p>
            <a:r>
              <a:rPr lang="en-US" sz="2800" dirty="0"/>
              <a:t>Automatically Pull Data from API’s: U.S. Census API, UN Comtrade API, OECD </a:t>
            </a:r>
            <a:r>
              <a:rPr lang="en-US" sz="2800" dirty="0" err="1"/>
              <a:t>BTiGE</a:t>
            </a:r>
            <a:r>
              <a:rPr lang="en-US" sz="2800" dirty="0"/>
              <a:t> API</a:t>
            </a:r>
          </a:p>
          <a:p>
            <a:r>
              <a:rPr lang="en-US" sz="2800" dirty="0"/>
              <a:t>Tools like </a:t>
            </a:r>
            <a:r>
              <a:rPr lang="en-US" sz="2800" dirty="0" err="1"/>
              <a:t>LangChain</a:t>
            </a:r>
            <a:r>
              <a:rPr lang="en-US" sz="2800" dirty="0"/>
              <a:t> lets you connect LLMs to APIs &amp; schedule API calls</a:t>
            </a:r>
          </a:p>
          <a:p>
            <a:endParaRPr lang="en-US" dirty="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2E9303B7-6BAC-3F60-9F87-ED4771CAB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6492" y="976160"/>
            <a:ext cx="4364590" cy="436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16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AEC09-86F1-B792-C2E6-568ED1BFF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Step 2: Data Cleaning &amp; Integration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0E3B7-5A62-BAE1-D458-08E53680C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2578607"/>
            <a:ext cx="7055249" cy="409349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Once the data is collected it is stored in a data lake or database</a:t>
            </a:r>
          </a:p>
          <a:p>
            <a:pPr>
              <a:lnSpc>
                <a:spcPct val="100000"/>
              </a:lnSpc>
            </a:pPr>
            <a:r>
              <a:rPr lang="en-US" dirty="0"/>
              <a:t>AI Agents will need an ETL pipeline (via </a:t>
            </a:r>
            <a:r>
              <a:rPr lang="en-US" dirty="0" err="1"/>
              <a:t>LangChain</a:t>
            </a:r>
            <a:r>
              <a:rPr lang="en-US" dirty="0"/>
              <a:t>) to access this data for cleaning</a:t>
            </a:r>
          </a:p>
          <a:p>
            <a:pPr>
              <a:lnSpc>
                <a:spcPct val="100000"/>
              </a:lnSpc>
            </a:pPr>
            <a:r>
              <a:rPr lang="en-US" dirty="0"/>
              <a:t>Standardize the Format of the Data: HS code or NAICS code, Date Formats, Currencies, Units etc.</a:t>
            </a:r>
          </a:p>
          <a:p>
            <a:pPr>
              <a:lnSpc>
                <a:spcPct val="100000"/>
              </a:lnSpc>
            </a:pPr>
            <a:r>
              <a:rPr lang="en-US" dirty="0"/>
              <a:t>AI can flag inconsistent data &amp; abnormal values</a:t>
            </a:r>
          </a:p>
          <a:p>
            <a:pPr>
              <a:lnSpc>
                <a:spcPct val="100000"/>
              </a:lnSpc>
            </a:pPr>
            <a:r>
              <a:rPr lang="en-US" dirty="0"/>
              <a:t>API → Raw Data Storage → AI Cleaning Layer → Clean Database → Insights &amp; Dashboards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C12523FF-9239-3304-860B-17252C0EF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7584" y="976160"/>
            <a:ext cx="4093497" cy="409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4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2D3923-70DA-708D-109F-673960B07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24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Step 3: Analysis &amp; Forecasting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Filter">
            <a:extLst>
              <a:ext uri="{FF2B5EF4-FFF2-40B4-BE49-F238E27FC236}">
                <a16:creationId xmlns:a16="http://schemas.microsoft.com/office/drawing/2014/main" id="{EF6BEDE9-4AC8-7905-1B22-50D5C6DDA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9" y="976160"/>
            <a:ext cx="4454725" cy="44547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A592E-CA1F-C053-AB2E-E7F42742F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3248" y="2578608"/>
            <a:ext cx="6263640" cy="3767328"/>
          </a:xfrm>
        </p:spPr>
        <p:txBody>
          <a:bodyPr>
            <a:normAutofit/>
          </a:bodyPr>
          <a:lstStyle/>
          <a:p>
            <a:r>
              <a:rPr lang="en-US" dirty="0" err="1"/>
              <a:t>LangChain</a:t>
            </a:r>
            <a:r>
              <a:rPr lang="en-US" dirty="0"/>
              <a:t> agents queries the database and the pipeline sends the data to Prophet</a:t>
            </a:r>
          </a:p>
          <a:p>
            <a:r>
              <a:rPr lang="en-US" b="1" dirty="0"/>
              <a:t>Prophet</a:t>
            </a:r>
            <a:r>
              <a:rPr lang="en-US" dirty="0"/>
              <a:t> is a real time forecasting tool developed by Meta</a:t>
            </a:r>
          </a:p>
          <a:p>
            <a:r>
              <a:rPr lang="en-US" dirty="0"/>
              <a:t>It automatically detects </a:t>
            </a:r>
            <a:r>
              <a:rPr lang="en-US" b="1" dirty="0"/>
              <a:t>trends</a:t>
            </a:r>
            <a:r>
              <a:rPr lang="en-US" dirty="0"/>
              <a:t>, </a:t>
            </a:r>
            <a:r>
              <a:rPr lang="en-US" b="1" dirty="0"/>
              <a:t>seasonality</a:t>
            </a:r>
            <a:r>
              <a:rPr lang="en-US" dirty="0"/>
              <a:t>, and </a:t>
            </a:r>
            <a:r>
              <a:rPr lang="en-US" b="1" dirty="0"/>
              <a:t>holiday effects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The user can gets real time insights through LLM’s</a:t>
            </a:r>
          </a:p>
        </p:txBody>
      </p:sp>
    </p:spTree>
    <p:extLst>
      <p:ext uri="{BB962C8B-B14F-4D97-AF65-F5344CB8AC3E}">
        <p14:creationId xmlns:p14="http://schemas.microsoft.com/office/powerpoint/2010/main" val="3100923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03F9-B084-4ED7-15F9-B300A5F27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 Comtrade API for Real Time Data</a:t>
            </a:r>
          </a:p>
        </p:txBody>
      </p:sp>
      <p:pic>
        <p:nvPicPr>
          <p:cNvPr id="5" name="Picture 4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55C596F1-4F34-A7CB-C5EE-315DEE7C4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43" y="2106409"/>
            <a:ext cx="8297433" cy="41725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16DE25-386C-96A0-8698-690407BE788D}"/>
              </a:ext>
            </a:extLst>
          </p:cNvPr>
          <p:cNvSpPr txBox="1"/>
          <p:nvPr/>
        </p:nvSpPr>
        <p:spPr>
          <a:xfrm>
            <a:off x="8818641" y="2186273"/>
            <a:ext cx="30774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Frequent data refreshes (daily, weekly, and quarterly)</a:t>
            </a:r>
            <a:r>
              <a:rPr lang="en-US" dirty="0"/>
              <a:t> ensure the platform remains current and responsive to market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insights from UN Comtrade can </a:t>
            </a:r>
            <a:r>
              <a:rPr lang="en-US" b="1" dirty="0"/>
              <a:t>power dynamic dashboards and automated client reports</a:t>
            </a:r>
            <a:r>
              <a:rPr lang="en-US" dirty="0"/>
              <a:t>, enhancing decision-making and engagement.</a:t>
            </a:r>
          </a:p>
        </p:txBody>
      </p:sp>
    </p:spTree>
    <p:extLst>
      <p:ext uri="{BB962C8B-B14F-4D97-AF65-F5344CB8AC3E}">
        <p14:creationId xmlns:p14="http://schemas.microsoft.com/office/powerpoint/2010/main" val="470969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F4279-D2FE-5F49-A2B6-B84056A93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85" y="762099"/>
            <a:ext cx="11155680" cy="1463040"/>
          </a:xfrm>
        </p:spPr>
        <p:txBody>
          <a:bodyPr>
            <a:normAutofit/>
          </a:bodyPr>
          <a:lstStyle/>
          <a:p>
            <a:r>
              <a:rPr lang="en-US" sz="3200" dirty="0"/>
              <a:t>How this can translate to Small Business Development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8ACAC0E-3450-92E7-FC12-45528868B9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9783370"/>
              </p:ext>
            </p:extLst>
          </p:nvPr>
        </p:nvGraphicFramePr>
        <p:xfrm>
          <a:off x="6243484" y="2088263"/>
          <a:ext cx="7180826" cy="4656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16EE755-B540-2116-CEEF-E6FC7A5CF0C6}"/>
              </a:ext>
            </a:extLst>
          </p:cNvPr>
          <p:cNvSpPr txBox="1"/>
          <p:nvPr/>
        </p:nvSpPr>
        <p:spPr>
          <a:xfrm>
            <a:off x="265471" y="1779687"/>
            <a:ext cx="703006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Small Businesses get easily understandable insights instead of Raw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Shows new export markets they may not be targeting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Provide Demand Data for Products in the Global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Businesses can benchmark themselves against National Growth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Real time Insights &amp; Alerts will provide early warning for risks or opportunities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Communicate Directly with Clients through the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209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43119B-FACD-D8F5-B77E-36E730330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My Tech Stack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8F1AF0B-61A5-7E58-80EB-CCBB0156C6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6883571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5887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3D435-29EB-C2EF-E19F-B53341CAF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en-US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B00E759E-6919-4678-F78F-AD8F0AF91F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1874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FDA4-A635-0C37-4D86-3C30F7325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 USED FOR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57BA4-8855-1DEF-5FEF-684B6E184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185317"/>
            <a:ext cx="11155680" cy="3767328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dirty="0"/>
              <a:t>Ohio Development Services Agency. (2024).</a:t>
            </a:r>
            <a:r>
              <a:rPr lang="en-US" sz="3200" dirty="0"/>
              <a:t> </a:t>
            </a:r>
            <a:r>
              <a:rPr lang="en-US" sz="3200" i="1" dirty="0"/>
              <a:t>Ohio Export Report</a:t>
            </a:r>
            <a:r>
              <a:rPr lang="en-US" sz="3200" dirty="0"/>
              <a:t>.</a:t>
            </a:r>
          </a:p>
          <a:p>
            <a:r>
              <a:rPr lang="en-US" sz="3200" b="1" dirty="0"/>
              <a:t>OECD (2025), Bilateral Trade in Goods by End-use (</a:t>
            </a:r>
            <a:r>
              <a:rPr lang="en-US" sz="3200" b="1" dirty="0" err="1"/>
              <a:t>BTiGE</a:t>
            </a:r>
            <a:r>
              <a:rPr lang="en-US" sz="3200" b="1" dirty="0"/>
              <a:t>): Conversion key from </a:t>
            </a:r>
            <a:r>
              <a:rPr lang="en-US" sz="3200" b="1" dirty="0" err="1"/>
              <a:t>Harmonised</a:t>
            </a:r>
            <a:r>
              <a:rPr lang="en-US" sz="3200" b="1" dirty="0"/>
              <a:t> System to end-use: </a:t>
            </a:r>
            <a:r>
              <a:rPr lang="en-US" sz="3200" dirty="0"/>
              <a:t>U.S. National Export Data, Japan Import Data, Korea Import Data </a:t>
            </a:r>
            <a:endParaRPr lang="en-US" sz="3200" b="1" dirty="0"/>
          </a:p>
          <a:p>
            <a:r>
              <a:rPr lang="en-US" sz="3200" b="1" dirty="0"/>
              <a:t>UN Comtrade. (2025).</a:t>
            </a:r>
            <a:r>
              <a:rPr lang="en-US" sz="3200" dirty="0"/>
              <a:t> </a:t>
            </a:r>
            <a:r>
              <a:rPr lang="en-US" sz="3200" i="1" dirty="0"/>
              <a:t>UN Comtrade Database [Data set]</a:t>
            </a:r>
            <a:r>
              <a:rPr lang="en-US" sz="3200" dirty="0"/>
              <a:t>. United Nations Statistics Division. https://comtrade.un.org/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21647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4689</TotalTime>
  <Words>1149</Words>
  <Application>Microsoft Office PowerPoint</Application>
  <PresentationFormat>Widescreen</PresentationFormat>
  <Paragraphs>109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ADLaM Display</vt:lpstr>
      <vt:lpstr>Arial</vt:lpstr>
      <vt:lpstr>Bierstadt</vt:lpstr>
      <vt:lpstr>GestaltVTI</vt:lpstr>
      <vt:lpstr>OHIO EXPORT GAP ANALYZING PLATFORM</vt:lpstr>
      <vt:lpstr>OUTLINE:</vt:lpstr>
      <vt:lpstr>Exploring the Datasets</vt:lpstr>
      <vt:lpstr>Sectors where U.S. Exports are Growing but Ohio is Not</vt:lpstr>
      <vt:lpstr>Ohio’s Share of U.S. Exports by Sector Over Time</vt:lpstr>
      <vt:lpstr>Ohio Exports are Heavily Reliant on Canada &amp; Mexico</vt:lpstr>
      <vt:lpstr>Excelling But Not Exporting</vt:lpstr>
      <vt:lpstr>Ohio’s Export Gaps &amp; Export Potential</vt:lpstr>
      <vt:lpstr>Automating the process</vt:lpstr>
      <vt:lpstr>Using AI to Automate this Process</vt:lpstr>
      <vt:lpstr>Step 1: Data Collection</vt:lpstr>
      <vt:lpstr>Step 2: Data Cleaning &amp; Integration</vt:lpstr>
      <vt:lpstr>Step 3: Analysis &amp; Forecasting</vt:lpstr>
      <vt:lpstr>UN Comtrade API for Real Time Data</vt:lpstr>
      <vt:lpstr>How this can translate to Small Business Development</vt:lpstr>
      <vt:lpstr>My Tech Stack</vt:lpstr>
      <vt:lpstr>Summary</vt:lpstr>
      <vt:lpstr>DATASETS USED FOR THE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Shifan Abrar Rashid</dc:creator>
  <cp:lastModifiedBy>Shifan Abrar Rashid</cp:lastModifiedBy>
  <cp:revision>2</cp:revision>
  <dcterms:created xsi:type="dcterms:W3CDTF">2025-07-27T04:02:45Z</dcterms:created>
  <dcterms:modified xsi:type="dcterms:W3CDTF">2025-07-30T14:51:31Z</dcterms:modified>
</cp:coreProperties>
</file>